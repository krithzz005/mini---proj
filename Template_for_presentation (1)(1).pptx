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8" r:id="rId2"/>
    <p:sldId id="291" r:id="rId3"/>
    <p:sldId id="292" r:id="rId4"/>
    <p:sldId id="293" r:id="rId5"/>
    <p:sldId id="257" r:id="rId6"/>
    <p:sldId id="259" r:id="rId7"/>
    <p:sldId id="260" r:id="rId8"/>
    <p:sldId id="261" r:id="rId9"/>
    <p:sldId id="262" r:id="rId10"/>
    <p:sldId id="264" r:id="rId11"/>
    <p:sldId id="265" r:id="rId12"/>
    <p:sldId id="266" r:id="rId13"/>
    <p:sldId id="267" r:id="rId14"/>
    <p:sldId id="271" r:id="rId15"/>
    <p:sldId id="272" r:id="rId16"/>
    <p:sldId id="294" r:id="rId17"/>
  </p:sldIdLst>
  <p:sldSz cx="9144000" cy="6858000" type="screen4x3"/>
  <p:notesSz cx="6858000" cy="9144000"/>
  <p:defaultTextStyle>
    <a:defPPr>
      <a:defRPr lang="en-IN"/>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929"/>
  </p:normalViewPr>
  <p:slideViewPr>
    <p:cSldViewPr>
      <p:cViewPr varScale="1">
        <p:scale>
          <a:sx n="85" d="100"/>
          <a:sy n="85" d="100"/>
        </p:scale>
        <p:origin x="140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082505-EA15-212E-A5BA-E3229387761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944F508-A7D6-AFB9-F9BC-C3CD6EA794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C5D471-DB8D-4CFD-A96B-F801948A0F2A}" type="datetimeFigureOut">
              <a:rPr lang="en-IN" smtClean="0"/>
              <a:t>06-11-2025</a:t>
            </a:fld>
            <a:endParaRPr lang="en-IN"/>
          </a:p>
        </p:txBody>
      </p:sp>
      <p:sp>
        <p:nvSpPr>
          <p:cNvPr id="4" name="Footer Placeholder 3">
            <a:extLst>
              <a:ext uri="{FF2B5EF4-FFF2-40B4-BE49-F238E27FC236}">
                <a16:creationId xmlns:a16="http://schemas.microsoft.com/office/drawing/2014/main" id="{2B10F43F-71A1-063B-AA3F-2AD85CF63D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F2230A3-0A3E-BDA6-0051-DB71E00847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8681DE-000E-4BE0-8512-9C1AE9D90EA7}" type="slidenum">
              <a:rPr lang="en-IN" smtClean="0"/>
              <a:t>‹#›</a:t>
            </a:fld>
            <a:endParaRPr lang="en-IN"/>
          </a:p>
        </p:txBody>
      </p:sp>
    </p:spTree>
    <p:extLst>
      <p:ext uri="{BB962C8B-B14F-4D97-AF65-F5344CB8AC3E}">
        <p14:creationId xmlns:p14="http://schemas.microsoft.com/office/powerpoint/2010/main" val="6142652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B5C7A9-E317-CC3B-E966-C54A597240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Times New Roman" panose="02020603050405020304" pitchFamily="18" charset="0"/>
              </a:defRPr>
            </a:lvl1pPr>
          </a:lstStyle>
          <a:p>
            <a:pPr>
              <a:defRPr/>
            </a:pPr>
            <a:endParaRPr lang="en-US"/>
          </a:p>
        </p:txBody>
      </p:sp>
      <p:sp>
        <p:nvSpPr>
          <p:cNvPr id="3" name="Date Placeholder 2">
            <a:extLst>
              <a:ext uri="{FF2B5EF4-FFF2-40B4-BE49-F238E27FC236}">
                <a16:creationId xmlns:a16="http://schemas.microsoft.com/office/drawing/2014/main" id="{78897368-1F46-C735-0341-3DD0DE4F5F8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Times New Roman" panose="02020603050405020304" pitchFamily="18" charset="0"/>
              </a:defRPr>
            </a:lvl1pPr>
          </a:lstStyle>
          <a:p>
            <a:pPr>
              <a:defRPr/>
            </a:pPr>
            <a:fld id="{66DFD0ED-E3B7-4C23-9B93-B84E448A5EB8}" type="datetimeFigureOut">
              <a:rPr lang="en-US"/>
              <a:pPr>
                <a:defRPr/>
              </a:pPr>
              <a:t>11/6/2025</a:t>
            </a:fld>
            <a:endParaRPr lang="en-US"/>
          </a:p>
        </p:txBody>
      </p:sp>
      <p:sp>
        <p:nvSpPr>
          <p:cNvPr id="4" name="Slide Image Placeholder 3">
            <a:extLst>
              <a:ext uri="{FF2B5EF4-FFF2-40B4-BE49-F238E27FC236}">
                <a16:creationId xmlns:a16="http://schemas.microsoft.com/office/drawing/2014/main" id="{6BB1F327-5F8B-7336-25D9-5ED649808871}"/>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AF57332-9631-910D-D358-889107DCEE3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07D59CC-07AB-F446-C6D2-3AE75D81CED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Times New Roman" panose="02020603050405020304" pitchFamily="18" charset="0"/>
              </a:defRPr>
            </a:lvl1pPr>
          </a:lstStyle>
          <a:p>
            <a:pPr>
              <a:defRPr/>
            </a:pPr>
            <a:endParaRPr lang="en-US"/>
          </a:p>
        </p:txBody>
      </p:sp>
      <p:sp>
        <p:nvSpPr>
          <p:cNvPr id="7" name="Slide Number Placeholder 6">
            <a:extLst>
              <a:ext uri="{FF2B5EF4-FFF2-40B4-BE49-F238E27FC236}">
                <a16:creationId xmlns:a16="http://schemas.microsoft.com/office/drawing/2014/main" id="{D3F88D8C-26AE-C471-BF4B-F4230E88A86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E27A223-B06F-4246-BAC3-F4E6C4EC281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B4031EC-5EF3-96A1-D674-41C08F1D86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D8913F61-6C13-75D7-6433-891F2269740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B3932BC3-82CE-EFAD-76FA-F8B5032680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3F284DE2-13EA-2BC8-9ED0-373500E8100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3E76A6D9-CFBD-5828-8BD3-451DF60D0B62}"/>
              </a:ext>
            </a:extLst>
          </p:cNvPr>
          <p:cNvSpPr>
            <a:spLocks noGrp="1" noChangeArrowheads="1"/>
          </p:cNvSpPr>
          <p:nvPr>
            <p:ph type="dt" sz="half" idx="10"/>
          </p:nvPr>
        </p:nvSpPr>
        <p:spPr>
          <a:ln/>
        </p:spPr>
        <p:txBody>
          <a:bodyPr/>
          <a:lstStyle>
            <a:lvl1pPr>
              <a:defRPr/>
            </a:lvl1pPr>
          </a:lstStyle>
          <a:p>
            <a:pPr>
              <a:defRPr/>
            </a:pPr>
            <a:fld id="{C2A845FB-B3C8-4F82-997F-0C71C948037D}" type="datetime3">
              <a:rPr lang="en-US" altLang="en-US" smtClean="0"/>
              <a:t>6 November 2025</a:t>
            </a:fld>
            <a:endParaRPr lang="en-US" altLang="en-US"/>
          </a:p>
        </p:txBody>
      </p:sp>
      <p:sp>
        <p:nvSpPr>
          <p:cNvPr id="5" name="Rectangle 5">
            <a:extLst>
              <a:ext uri="{FF2B5EF4-FFF2-40B4-BE49-F238E27FC236}">
                <a16:creationId xmlns:a16="http://schemas.microsoft.com/office/drawing/2014/main" id="{AF608E7D-3746-5F35-68FD-56DE5071BF0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541902C-1F5E-7205-1E7F-7133263BAF74}"/>
              </a:ext>
            </a:extLst>
          </p:cNvPr>
          <p:cNvSpPr>
            <a:spLocks noGrp="1" noChangeArrowheads="1"/>
          </p:cNvSpPr>
          <p:nvPr>
            <p:ph type="sldNum" sz="quarter" idx="12"/>
          </p:nvPr>
        </p:nvSpPr>
        <p:spPr>
          <a:ln/>
        </p:spPr>
        <p:txBody>
          <a:bodyPr/>
          <a:lstStyle>
            <a:lvl1pPr>
              <a:defRPr/>
            </a:lvl1pPr>
          </a:lstStyle>
          <a:p>
            <a:pPr>
              <a:defRPr/>
            </a:pPr>
            <a:fld id="{88E49ACD-F193-497F-ADBD-2EA04D0242D8}" type="slidenum">
              <a:rPr lang="en-US" altLang="en-US"/>
              <a:pPr>
                <a:defRPr/>
              </a:pPr>
              <a:t>‹#›</a:t>
            </a:fld>
            <a:endParaRPr lang="en-US" altLang="en-US"/>
          </a:p>
        </p:txBody>
      </p:sp>
    </p:spTree>
    <p:extLst>
      <p:ext uri="{BB962C8B-B14F-4D97-AF65-F5344CB8AC3E}">
        <p14:creationId xmlns:p14="http://schemas.microsoft.com/office/powerpoint/2010/main" val="2356143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F62BC18-3789-7596-16B1-BEB804631895}"/>
              </a:ext>
            </a:extLst>
          </p:cNvPr>
          <p:cNvSpPr>
            <a:spLocks noGrp="1" noChangeArrowheads="1"/>
          </p:cNvSpPr>
          <p:nvPr>
            <p:ph type="dt" sz="half" idx="10"/>
          </p:nvPr>
        </p:nvSpPr>
        <p:spPr>
          <a:ln/>
        </p:spPr>
        <p:txBody>
          <a:bodyPr/>
          <a:lstStyle>
            <a:lvl1pPr>
              <a:defRPr/>
            </a:lvl1pPr>
          </a:lstStyle>
          <a:p>
            <a:pPr>
              <a:defRPr/>
            </a:pPr>
            <a:fld id="{5A3A4E86-7E3F-4025-BADF-6751B27D2EF4}" type="datetime3">
              <a:rPr lang="en-US" altLang="en-US" smtClean="0"/>
              <a:t>6 November 2025</a:t>
            </a:fld>
            <a:endParaRPr lang="en-US" altLang="en-US"/>
          </a:p>
        </p:txBody>
      </p:sp>
      <p:sp>
        <p:nvSpPr>
          <p:cNvPr id="5" name="Rectangle 5">
            <a:extLst>
              <a:ext uri="{FF2B5EF4-FFF2-40B4-BE49-F238E27FC236}">
                <a16:creationId xmlns:a16="http://schemas.microsoft.com/office/drawing/2014/main" id="{8031D272-2C77-2AA0-E4B5-3B869E2007B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0DF73DF-D500-3884-ECF2-B323B579A4FC}"/>
              </a:ext>
            </a:extLst>
          </p:cNvPr>
          <p:cNvSpPr>
            <a:spLocks noGrp="1" noChangeArrowheads="1"/>
          </p:cNvSpPr>
          <p:nvPr>
            <p:ph type="sldNum" sz="quarter" idx="12"/>
          </p:nvPr>
        </p:nvSpPr>
        <p:spPr>
          <a:ln/>
        </p:spPr>
        <p:txBody>
          <a:bodyPr/>
          <a:lstStyle>
            <a:lvl1pPr>
              <a:defRPr/>
            </a:lvl1pPr>
          </a:lstStyle>
          <a:p>
            <a:pPr>
              <a:defRPr/>
            </a:pPr>
            <a:fld id="{B960920E-8CBF-4695-93AD-B2B82D0DE1EE}" type="slidenum">
              <a:rPr lang="en-US" altLang="en-US"/>
              <a:pPr>
                <a:defRPr/>
              </a:pPr>
              <a:t>‹#›</a:t>
            </a:fld>
            <a:endParaRPr lang="en-US" altLang="en-US"/>
          </a:p>
        </p:txBody>
      </p:sp>
    </p:spTree>
    <p:extLst>
      <p:ext uri="{BB962C8B-B14F-4D97-AF65-F5344CB8AC3E}">
        <p14:creationId xmlns:p14="http://schemas.microsoft.com/office/powerpoint/2010/main" val="1614793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3C3F4B82-CBE7-CD7D-FFB2-6F29D4510029}"/>
              </a:ext>
            </a:extLst>
          </p:cNvPr>
          <p:cNvSpPr>
            <a:spLocks noGrp="1" noChangeArrowheads="1"/>
          </p:cNvSpPr>
          <p:nvPr>
            <p:ph type="dt" sz="half" idx="10"/>
          </p:nvPr>
        </p:nvSpPr>
        <p:spPr>
          <a:ln/>
        </p:spPr>
        <p:txBody>
          <a:bodyPr/>
          <a:lstStyle>
            <a:lvl1pPr>
              <a:defRPr/>
            </a:lvl1pPr>
          </a:lstStyle>
          <a:p>
            <a:pPr>
              <a:defRPr/>
            </a:pPr>
            <a:fld id="{61E4EF9D-BEE6-4237-A7B5-D12EF7C532C3}" type="datetime3">
              <a:rPr lang="en-US" altLang="en-US" smtClean="0"/>
              <a:t>6 November 2025</a:t>
            </a:fld>
            <a:endParaRPr lang="en-US" altLang="en-US"/>
          </a:p>
        </p:txBody>
      </p:sp>
      <p:sp>
        <p:nvSpPr>
          <p:cNvPr id="5" name="Rectangle 5">
            <a:extLst>
              <a:ext uri="{FF2B5EF4-FFF2-40B4-BE49-F238E27FC236}">
                <a16:creationId xmlns:a16="http://schemas.microsoft.com/office/drawing/2014/main" id="{A129162F-4CE8-B009-6571-53459B7A2B4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7836C05-3DFE-0574-1D16-6E3641FC82DF}"/>
              </a:ext>
            </a:extLst>
          </p:cNvPr>
          <p:cNvSpPr>
            <a:spLocks noGrp="1" noChangeArrowheads="1"/>
          </p:cNvSpPr>
          <p:nvPr>
            <p:ph type="sldNum" sz="quarter" idx="12"/>
          </p:nvPr>
        </p:nvSpPr>
        <p:spPr>
          <a:ln/>
        </p:spPr>
        <p:txBody>
          <a:bodyPr/>
          <a:lstStyle>
            <a:lvl1pPr>
              <a:defRPr/>
            </a:lvl1pPr>
          </a:lstStyle>
          <a:p>
            <a:pPr>
              <a:defRPr/>
            </a:pPr>
            <a:fld id="{F47F2F3B-7040-4C3F-A159-61D8BC9EC497}" type="slidenum">
              <a:rPr lang="en-US" altLang="en-US"/>
              <a:pPr>
                <a:defRPr/>
              </a:pPr>
              <a:t>‹#›</a:t>
            </a:fld>
            <a:endParaRPr lang="en-US" altLang="en-US"/>
          </a:p>
        </p:txBody>
      </p:sp>
    </p:spTree>
    <p:extLst>
      <p:ext uri="{BB962C8B-B14F-4D97-AF65-F5344CB8AC3E}">
        <p14:creationId xmlns:p14="http://schemas.microsoft.com/office/powerpoint/2010/main" val="1393327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09EB1C7-6302-1141-08FD-31EFBBF3772B}"/>
              </a:ext>
            </a:extLst>
          </p:cNvPr>
          <p:cNvSpPr>
            <a:spLocks noGrp="1" noChangeArrowheads="1"/>
          </p:cNvSpPr>
          <p:nvPr>
            <p:ph type="dt" sz="half" idx="10"/>
          </p:nvPr>
        </p:nvSpPr>
        <p:spPr>
          <a:ln/>
        </p:spPr>
        <p:txBody>
          <a:bodyPr/>
          <a:lstStyle>
            <a:lvl1pPr>
              <a:defRPr/>
            </a:lvl1pPr>
          </a:lstStyle>
          <a:p>
            <a:pPr>
              <a:defRPr/>
            </a:pPr>
            <a:fld id="{9796F06C-8E68-4702-A246-541359B65E3F}" type="datetime3">
              <a:rPr lang="en-US" altLang="en-US" smtClean="0"/>
              <a:t>6 November 2025</a:t>
            </a:fld>
            <a:endParaRPr lang="en-US" altLang="en-US"/>
          </a:p>
        </p:txBody>
      </p:sp>
      <p:sp>
        <p:nvSpPr>
          <p:cNvPr id="6" name="Rectangle 5">
            <a:extLst>
              <a:ext uri="{FF2B5EF4-FFF2-40B4-BE49-F238E27FC236}">
                <a16:creationId xmlns:a16="http://schemas.microsoft.com/office/drawing/2014/main" id="{D100BFE6-4196-6586-805A-A537B05CC95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9114B4E-35F5-E3B6-FD95-9682448AD4F7}"/>
              </a:ext>
            </a:extLst>
          </p:cNvPr>
          <p:cNvSpPr>
            <a:spLocks noGrp="1" noChangeArrowheads="1"/>
          </p:cNvSpPr>
          <p:nvPr>
            <p:ph type="sldNum" sz="quarter" idx="12"/>
          </p:nvPr>
        </p:nvSpPr>
        <p:spPr>
          <a:ln/>
        </p:spPr>
        <p:txBody>
          <a:bodyPr/>
          <a:lstStyle>
            <a:lvl1pPr>
              <a:defRPr/>
            </a:lvl1pPr>
          </a:lstStyle>
          <a:p>
            <a:pPr>
              <a:defRPr/>
            </a:pPr>
            <a:fld id="{2CDCF078-39A6-4FB3-8949-0A7B5F9E5222}" type="slidenum">
              <a:rPr lang="en-US" altLang="en-US"/>
              <a:pPr>
                <a:defRPr/>
              </a:pPr>
              <a:t>‹#›</a:t>
            </a:fld>
            <a:endParaRPr lang="en-US" altLang="en-US"/>
          </a:p>
        </p:txBody>
      </p:sp>
    </p:spTree>
    <p:extLst>
      <p:ext uri="{BB962C8B-B14F-4D97-AF65-F5344CB8AC3E}">
        <p14:creationId xmlns:p14="http://schemas.microsoft.com/office/powerpoint/2010/main" val="84973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1D9C7A7-93F3-5311-A8CC-EB2421EB5A93}"/>
              </a:ext>
            </a:extLst>
          </p:cNvPr>
          <p:cNvSpPr>
            <a:spLocks noGrp="1" noChangeArrowheads="1"/>
          </p:cNvSpPr>
          <p:nvPr>
            <p:ph type="dt" sz="half" idx="10"/>
          </p:nvPr>
        </p:nvSpPr>
        <p:spPr>
          <a:ln/>
        </p:spPr>
        <p:txBody>
          <a:bodyPr/>
          <a:lstStyle>
            <a:lvl1pPr>
              <a:defRPr/>
            </a:lvl1pPr>
          </a:lstStyle>
          <a:p>
            <a:pPr>
              <a:defRPr/>
            </a:pPr>
            <a:fld id="{181340AA-38F5-4C9D-B9E7-598EA373E6BA}" type="datetime3">
              <a:rPr lang="en-US" altLang="en-US" smtClean="0"/>
              <a:t>6 November 2025</a:t>
            </a:fld>
            <a:endParaRPr lang="en-US" altLang="en-US"/>
          </a:p>
        </p:txBody>
      </p:sp>
      <p:sp>
        <p:nvSpPr>
          <p:cNvPr id="8" name="Rectangle 5">
            <a:extLst>
              <a:ext uri="{FF2B5EF4-FFF2-40B4-BE49-F238E27FC236}">
                <a16:creationId xmlns:a16="http://schemas.microsoft.com/office/drawing/2014/main" id="{3B4B50DB-8B51-15B4-46E8-3790CC565A9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37D47CEC-0DDA-2DE3-1030-ECA06BC1EE31}"/>
              </a:ext>
            </a:extLst>
          </p:cNvPr>
          <p:cNvSpPr>
            <a:spLocks noGrp="1" noChangeArrowheads="1"/>
          </p:cNvSpPr>
          <p:nvPr>
            <p:ph type="sldNum" sz="quarter" idx="12"/>
          </p:nvPr>
        </p:nvSpPr>
        <p:spPr>
          <a:ln/>
        </p:spPr>
        <p:txBody>
          <a:bodyPr/>
          <a:lstStyle>
            <a:lvl1pPr>
              <a:defRPr/>
            </a:lvl1pPr>
          </a:lstStyle>
          <a:p>
            <a:pPr>
              <a:defRPr/>
            </a:pPr>
            <a:fld id="{795F7412-7F2F-4CC6-9613-1841216DF1D3}" type="slidenum">
              <a:rPr lang="en-US" altLang="en-US"/>
              <a:pPr>
                <a:defRPr/>
              </a:pPr>
              <a:t>‹#›</a:t>
            </a:fld>
            <a:endParaRPr lang="en-US" altLang="en-US"/>
          </a:p>
        </p:txBody>
      </p:sp>
    </p:spTree>
    <p:extLst>
      <p:ext uri="{BB962C8B-B14F-4D97-AF65-F5344CB8AC3E}">
        <p14:creationId xmlns:p14="http://schemas.microsoft.com/office/powerpoint/2010/main" val="3286606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4C9FB5F-4234-9FF4-8B06-C40BEAB41402}"/>
              </a:ext>
            </a:extLst>
          </p:cNvPr>
          <p:cNvSpPr>
            <a:spLocks noGrp="1" noChangeArrowheads="1"/>
          </p:cNvSpPr>
          <p:nvPr>
            <p:ph type="dt" sz="half" idx="10"/>
          </p:nvPr>
        </p:nvSpPr>
        <p:spPr>
          <a:ln/>
        </p:spPr>
        <p:txBody>
          <a:bodyPr/>
          <a:lstStyle>
            <a:lvl1pPr>
              <a:defRPr/>
            </a:lvl1pPr>
          </a:lstStyle>
          <a:p>
            <a:pPr>
              <a:defRPr/>
            </a:pPr>
            <a:fld id="{31C288FE-8F76-48B9-BE68-B2B2BBE673FD}" type="datetime3">
              <a:rPr lang="en-US" altLang="en-US" smtClean="0"/>
              <a:t>6 November 2025</a:t>
            </a:fld>
            <a:endParaRPr lang="en-US" altLang="en-US"/>
          </a:p>
        </p:txBody>
      </p:sp>
      <p:sp>
        <p:nvSpPr>
          <p:cNvPr id="4" name="Rectangle 5">
            <a:extLst>
              <a:ext uri="{FF2B5EF4-FFF2-40B4-BE49-F238E27FC236}">
                <a16:creationId xmlns:a16="http://schemas.microsoft.com/office/drawing/2014/main" id="{4688160A-41EE-5C37-A4F9-54ED2C56374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3B4E815D-190A-66CE-1EBE-9C9F58C6807C}"/>
              </a:ext>
            </a:extLst>
          </p:cNvPr>
          <p:cNvSpPr>
            <a:spLocks noGrp="1" noChangeArrowheads="1"/>
          </p:cNvSpPr>
          <p:nvPr>
            <p:ph type="sldNum" sz="quarter" idx="12"/>
          </p:nvPr>
        </p:nvSpPr>
        <p:spPr>
          <a:ln/>
        </p:spPr>
        <p:txBody>
          <a:bodyPr/>
          <a:lstStyle>
            <a:lvl1pPr>
              <a:defRPr/>
            </a:lvl1pPr>
          </a:lstStyle>
          <a:p>
            <a:pPr>
              <a:defRPr/>
            </a:pPr>
            <a:fld id="{AE2ACEAB-2101-4845-B8CF-C62A179E5587}" type="slidenum">
              <a:rPr lang="en-US" altLang="en-US"/>
              <a:pPr>
                <a:defRPr/>
              </a:pPr>
              <a:t>‹#›</a:t>
            </a:fld>
            <a:endParaRPr lang="en-US" altLang="en-US"/>
          </a:p>
        </p:txBody>
      </p:sp>
    </p:spTree>
    <p:extLst>
      <p:ext uri="{BB962C8B-B14F-4D97-AF65-F5344CB8AC3E}">
        <p14:creationId xmlns:p14="http://schemas.microsoft.com/office/powerpoint/2010/main" val="3127898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8D8717-F681-6771-43B1-9716EDAE1FF8}"/>
              </a:ext>
            </a:extLst>
          </p:cNvPr>
          <p:cNvSpPr>
            <a:spLocks noGrp="1"/>
          </p:cNvSpPr>
          <p:nvPr>
            <p:ph type="dt" sz="half" idx="10"/>
          </p:nvPr>
        </p:nvSpPr>
        <p:spPr/>
        <p:txBody>
          <a:bodyPr/>
          <a:lstStyle>
            <a:lvl1pPr>
              <a:defRPr/>
            </a:lvl1pPr>
          </a:lstStyle>
          <a:p>
            <a:pPr>
              <a:defRPr/>
            </a:pPr>
            <a:fld id="{FB5EF47B-172A-4F16-A61F-2FC09BE499D7}" type="datetime3">
              <a:rPr lang="en-US" altLang="en-US" smtClean="0"/>
              <a:t>6 November 2025</a:t>
            </a:fld>
            <a:endParaRPr lang="en-US" altLang="en-US"/>
          </a:p>
        </p:txBody>
      </p:sp>
      <p:sp>
        <p:nvSpPr>
          <p:cNvPr id="3" name="Slide Number Placeholder 3">
            <a:extLst>
              <a:ext uri="{FF2B5EF4-FFF2-40B4-BE49-F238E27FC236}">
                <a16:creationId xmlns:a16="http://schemas.microsoft.com/office/drawing/2014/main" id="{E36B4291-AC77-5F1D-248A-81E146C3D2B1}"/>
              </a:ext>
            </a:extLst>
          </p:cNvPr>
          <p:cNvSpPr>
            <a:spLocks noGrp="1"/>
          </p:cNvSpPr>
          <p:nvPr>
            <p:ph type="sldNum" sz="quarter" idx="11"/>
          </p:nvPr>
        </p:nvSpPr>
        <p:spPr/>
        <p:txBody>
          <a:bodyPr/>
          <a:lstStyle>
            <a:lvl1pPr>
              <a:defRPr/>
            </a:lvl1pPr>
          </a:lstStyle>
          <a:p>
            <a:pPr>
              <a:defRPr/>
            </a:pPr>
            <a:fld id="{0997A43B-71BF-4F6F-948F-A2651A579CBB}" type="slidenum">
              <a:rPr lang="en-US" altLang="en-US"/>
              <a:pPr>
                <a:defRPr/>
              </a:pPr>
              <a:t>‹#›</a:t>
            </a:fld>
            <a:endParaRPr lang="en-US" altLang="en-US"/>
          </a:p>
        </p:txBody>
      </p:sp>
    </p:spTree>
    <p:extLst>
      <p:ext uri="{BB962C8B-B14F-4D97-AF65-F5344CB8AC3E}">
        <p14:creationId xmlns:p14="http://schemas.microsoft.com/office/powerpoint/2010/main" val="1258454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32854EE1-42F0-0393-F7B0-8EE77753CDB7}"/>
              </a:ext>
            </a:extLst>
          </p:cNvPr>
          <p:cNvSpPr>
            <a:spLocks noGrp="1" noChangeArrowheads="1"/>
          </p:cNvSpPr>
          <p:nvPr>
            <p:ph type="dt" sz="half" idx="10"/>
          </p:nvPr>
        </p:nvSpPr>
        <p:spPr>
          <a:ln/>
        </p:spPr>
        <p:txBody>
          <a:bodyPr/>
          <a:lstStyle>
            <a:lvl1pPr>
              <a:defRPr/>
            </a:lvl1pPr>
          </a:lstStyle>
          <a:p>
            <a:pPr>
              <a:defRPr/>
            </a:pPr>
            <a:fld id="{1E97888D-C21D-4DD2-8CEB-D59283A2020C}" type="datetime3">
              <a:rPr lang="en-US" altLang="en-US" smtClean="0"/>
              <a:t>6 November 2025</a:t>
            </a:fld>
            <a:endParaRPr lang="en-US" altLang="en-US"/>
          </a:p>
        </p:txBody>
      </p:sp>
      <p:sp>
        <p:nvSpPr>
          <p:cNvPr id="6" name="Rectangle 5">
            <a:extLst>
              <a:ext uri="{FF2B5EF4-FFF2-40B4-BE49-F238E27FC236}">
                <a16:creationId xmlns:a16="http://schemas.microsoft.com/office/drawing/2014/main" id="{40A66E5F-E6A7-36E9-74DA-B1D2A813799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BDB63C6-5CFB-EB92-0D2A-7D35C3A03081}"/>
              </a:ext>
            </a:extLst>
          </p:cNvPr>
          <p:cNvSpPr>
            <a:spLocks noGrp="1" noChangeArrowheads="1"/>
          </p:cNvSpPr>
          <p:nvPr>
            <p:ph type="sldNum" sz="quarter" idx="12"/>
          </p:nvPr>
        </p:nvSpPr>
        <p:spPr>
          <a:ln/>
        </p:spPr>
        <p:txBody>
          <a:bodyPr/>
          <a:lstStyle>
            <a:lvl1pPr>
              <a:defRPr/>
            </a:lvl1pPr>
          </a:lstStyle>
          <a:p>
            <a:pPr>
              <a:defRPr/>
            </a:pPr>
            <a:fld id="{2B611734-CF1B-4C08-AC64-7D373E50C9CE}" type="slidenum">
              <a:rPr lang="en-US" altLang="en-US"/>
              <a:pPr>
                <a:defRPr/>
              </a:pPr>
              <a:t>‹#›</a:t>
            </a:fld>
            <a:endParaRPr lang="en-US" altLang="en-US"/>
          </a:p>
        </p:txBody>
      </p:sp>
    </p:spTree>
    <p:extLst>
      <p:ext uri="{BB962C8B-B14F-4D97-AF65-F5344CB8AC3E}">
        <p14:creationId xmlns:p14="http://schemas.microsoft.com/office/powerpoint/2010/main" val="3740478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EA8C6602-D5F6-53F2-3BBE-F8BFBF738307}"/>
              </a:ext>
            </a:extLst>
          </p:cNvPr>
          <p:cNvSpPr>
            <a:spLocks noGrp="1" noChangeArrowheads="1"/>
          </p:cNvSpPr>
          <p:nvPr>
            <p:ph type="dt" sz="half" idx="10"/>
          </p:nvPr>
        </p:nvSpPr>
        <p:spPr>
          <a:ln/>
        </p:spPr>
        <p:txBody>
          <a:bodyPr/>
          <a:lstStyle>
            <a:lvl1pPr>
              <a:defRPr/>
            </a:lvl1pPr>
          </a:lstStyle>
          <a:p>
            <a:pPr>
              <a:defRPr/>
            </a:pPr>
            <a:fld id="{6D551B61-7192-44E2-ACA6-59E08ADECEF0}" type="datetime3">
              <a:rPr lang="en-US" altLang="en-US" smtClean="0"/>
              <a:t>6 November 2025</a:t>
            </a:fld>
            <a:endParaRPr lang="en-US" altLang="en-US"/>
          </a:p>
        </p:txBody>
      </p:sp>
      <p:sp>
        <p:nvSpPr>
          <p:cNvPr id="6" name="Rectangle 5">
            <a:extLst>
              <a:ext uri="{FF2B5EF4-FFF2-40B4-BE49-F238E27FC236}">
                <a16:creationId xmlns:a16="http://schemas.microsoft.com/office/drawing/2014/main" id="{B99D1E27-45DA-5C7E-DBD2-54EB4E4B83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19B8AA78-AE18-261B-0934-7CDC89A33F73}"/>
              </a:ext>
            </a:extLst>
          </p:cNvPr>
          <p:cNvSpPr>
            <a:spLocks noGrp="1" noChangeArrowheads="1"/>
          </p:cNvSpPr>
          <p:nvPr>
            <p:ph type="sldNum" sz="quarter" idx="12"/>
          </p:nvPr>
        </p:nvSpPr>
        <p:spPr>
          <a:ln/>
        </p:spPr>
        <p:txBody>
          <a:bodyPr/>
          <a:lstStyle>
            <a:lvl1pPr>
              <a:defRPr/>
            </a:lvl1pPr>
          </a:lstStyle>
          <a:p>
            <a:pPr>
              <a:defRPr/>
            </a:pPr>
            <a:fld id="{09BB5820-C606-4DE7-8855-79AE15F519B2}" type="slidenum">
              <a:rPr lang="en-US" altLang="en-US"/>
              <a:pPr>
                <a:defRPr/>
              </a:pPr>
              <a:t>‹#›</a:t>
            </a:fld>
            <a:endParaRPr lang="en-US" altLang="en-US"/>
          </a:p>
        </p:txBody>
      </p:sp>
    </p:spTree>
    <p:extLst>
      <p:ext uri="{BB962C8B-B14F-4D97-AF65-F5344CB8AC3E}">
        <p14:creationId xmlns:p14="http://schemas.microsoft.com/office/powerpoint/2010/main" val="60861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6D00F9B-2A3B-9608-A0D0-6D67BDCF146A}"/>
              </a:ext>
            </a:extLst>
          </p:cNvPr>
          <p:cNvSpPr>
            <a:spLocks noGrp="1" noChangeArrowheads="1"/>
          </p:cNvSpPr>
          <p:nvPr>
            <p:ph type="dt" sz="half" idx="10"/>
          </p:nvPr>
        </p:nvSpPr>
        <p:spPr>
          <a:ln/>
        </p:spPr>
        <p:txBody>
          <a:bodyPr/>
          <a:lstStyle>
            <a:lvl1pPr>
              <a:defRPr/>
            </a:lvl1pPr>
          </a:lstStyle>
          <a:p>
            <a:pPr>
              <a:defRPr/>
            </a:pPr>
            <a:fld id="{9DF6173C-5378-4B24-885E-5DD597345507}" type="datetime3">
              <a:rPr lang="en-US" altLang="en-US" smtClean="0"/>
              <a:t>6 November 2025</a:t>
            </a:fld>
            <a:endParaRPr lang="en-US" altLang="en-US"/>
          </a:p>
        </p:txBody>
      </p:sp>
      <p:sp>
        <p:nvSpPr>
          <p:cNvPr id="5" name="Rectangle 5">
            <a:extLst>
              <a:ext uri="{FF2B5EF4-FFF2-40B4-BE49-F238E27FC236}">
                <a16:creationId xmlns:a16="http://schemas.microsoft.com/office/drawing/2014/main" id="{4F774272-A4E5-5216-1993-B097BFA9862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EEA3E00C-ED23-026F-A701-1FF4500A5E60}"/>
              </a:ext>
            </a:extLst>
          </p:cNvPr>
          <p:cNvSpPr>
            <a:spLocks noGrp="1" noChangeArrowheads="1"/>
          </p:cNvSpPr>
          <p:nvPr>
            <p:ph type="sldNum" sz="quarter" idx="12"/>
          </p:nvPr>
        </p:nvSpPr>
        <p:spPr>
          <a:ln/>
        </p:spPr>
        <p:txBody>
          <a:bodyPr/>
          <a:lstStyle>
            <a:lvl1pPr>
              <a:defRPr/>
            </a:lvl1pPr>
          </a:lstStyle>
          <a:p>
            <a:pPr>
              <a:defRPr/>
            </a:pPr>
            <a:fld id="{D1325F28-6D35-4ED3-BB56-FA7304D1C654}" type="slidenum">
              <a:rPr lang="en-US" altLang="en-US"/>
              <a:pPr>
                <a:defRPr/>
              </a:pPr>
              <a:t>‹#›</a:t>
            </a:fld>
            <a:endParaRPr lang="en-US" altLang="en-US"/>
          </a:p>
        </p:txBody>
      </p:sp>
    </p:spTree>
    <p:extLst>
      <p:ext uri="{BB962C8B-B14F-4D97-AF65-F5344CB8AC3E}">
        <p14:creationId xmlns:p14="http://schemas.microsoft.com/office/powerpoint/2010/main" val="2295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3C49B31-D125-8CC4-F11F-EA2B7589485F}"/>
              </a:ext>
            </a:extLst>
          </p:cNvPr>
          <p:cNvSpPr>
            <a:spLocks noGrp="1" noChangeArrowheads="1"/>
          </p:cNvSpPr>
          <p:nvPr>
            <p:ph type="dt" sz="half" idx="10"/>
          </p:nvPr>
        </p:nvSpPr>
        <p:spPr>
          <a:ln/>
        </p:spPr>
        <p:txBody>
          <a:bodyPr/>
          <a:lstStyle>
            <a:lvl1pPr>
              <a:defRPr/>
            </a:lvl1pPr>
          </a:lstStyle>
          <a:p>
            <a:pPr>
              <a:defRPr/>
            </a:pPr>
            <a:fld id="{E870E59B-1FBE-4E30-BA9B-B97A01512ACB}" type="datetime3">
              <a:rPr lang="en-US" altLang="en-US" smtClean="0"/>
              <a:t>6 November 2025</a:t>
            </a:fld>
            <a:endParaRPr lang="en-US" altLang="en-US"/>
          </a:p>
        </p:txBody>
      </p:sp>
      <p:sp>
        <p:nvSpPr>
          <p:cNvPr id="5" name="Rectangle 5">
            <a:extLst>
              <a:ext uri="{FF2B5EF4-FFF2-40B4-BE49-F238E27FC236}">
                <a16:creationId xmlns:a16="http://schemas.microsoft.com/office/drawing/2014/main" id="{7A468FEB-32D3-72A8-2B5B-8AA420E1450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1FCC7A5-A3E3-2E35-59D9-0F37644E75B8}"/>
              </a:ext>
            </a:extLst>
          </p:cNvPr>
          <p:cNvSpPr>
            <a:spLocks noGrp="1" noChangeArrowheads="1"/>
          </p:cNvSpPr>
          <p:nvPr>
            <p:ph type="sldNum" sz="quarter" idx="12"/>
          </p:nvPr>
        </p:nvSpPr>
        <p:spPr>
          <a:ln/>
        </p:spPr>
        <p:txBody>
          <a:bodyPr/>
          <a:lstStyle>
            <a:lvl1pPr>
              <a:defRPr/>
            </a:lvl1pPr>
          </a:lstStyle>
          <a:p>
            <a:pPr>
              <a:defRPr/>
            </a:pPr>
            <a:fld id="{E2327184-B984-44DD-A88A-2E11132AE629}" type="slidenum">
              <a:rPr lang="en-US" altLang="en-US"/>
              <a:pPr>
                <a:defRPr/>
              </a:pPr>
              <a:t>‹#›</a:t>
            </a:fld>
            <a:endParaRPr lang="en-US" altLang="en-US"/>
          </a:p>
        </p:txBody>
      </p:sp>
    </p:spTree>
    <p:extLst>
      <p:ext uri="{BB962C8B-B14F-4D97-AF65-F5344CB8AC3E}">
        <p14:creationId xmlns:p14="http://schemas.microsoft.com/office/powerpoint/2010/main" val="359758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6F5">
            <a:alpha val="54901"/>
          </a:srgbClr>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DA00E46-1048-B70C-0511-AF910D47C29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9C1AC518-674A-FB73-1A01-5856255BBF2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308EE94-17C9-A293-94B7-AAF95392960D}"/>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Times New Roman" panose="02020603050405020304" pitchFamily="18" charset="0"/>
              </a:defRPr>
            </a:lvl1pPr>
          </a:lstStyle>
          <a:p>
            <a:pPr>
              <a:defRPr/>
            </a:pPr>
            <a:fld id="{610315D4-322A-49E4-A4E6-14D196AE3853}" type="datetime3">
              <a:rPr lang="en-US" altLang="en-US" smtClean="0"/>
              <a:t>6 November 2025</a:t>
            </a:fld>
            <a:endParaRPr lang="en-US" altLang="en-US"/>
          </a:p>
        </p:txBody>
      </p:sp>
      <p:sp>
        <p:nvSpPr>
          <p:cNvPr id="1029" name="Rectangle 5">
            <a:extLst>
              <a:ext uri="{FF2B5EF4-FFF2-40B4-BE49-F238E27FC236}">
                <a16:creationId xmlns:a16="http://schemas.microsoft.com/office/drawing/2014/main" id="{BEF0E00E-478C-A2CF-84E5-0E7B4A99356D}"/>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Times New Roman" panose="02020603050405020304" pitchFamily="18" charset="0"/>
              </a:defRPr>
            </a:lvl1pPr>
          </a:lstStyle>
          <a:p>
            <a:pPr>
              <a:defRPr/>
            </a:pPr>
            <a:endParaRPr lang="en-US" altLang="en-US"/>
          </a:p>
        </p:txBody>
      </p:sp>
      <p:sp>
        <p:nvSpPr>
          <p:cNvPr id="1030" name="Rectangle 6">
            <a:extLst>
              <a:ext uri="{FF2B5EF4-FFF2-40B4-BE49-F238E27FC236}">
                <a16:creationId xmlns:a16="http://schemas.microsoft.com/office/drawing/2014/main" id="{E21B1F6A-D777-72C4-A5F5-69EF0E33921C}"/>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5755D2D1-D433-4657-8B82-4678163084C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7" r:id="rId7"/>
    <p:sldLayoutId id="2147483703" r:id="rId8"/>
    <p:sldLayoutId id="2147483704" r:id="rId9"/>
    <p:sldLayoutId id="2147483705" r:id="rId10"/>
    <p:sldLayoutId id="2147483706" r:id="rId11"/>
  </p:sldLayoutIdLst>
  <p:hf sldNum="0"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3D2343C5-4477-904D-3975-F4CC2BCD7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8CACE73-1E89-3CF7-E5F5-5BCAFFEFFDE1}"/>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4100" name="Picture 2">
            <a:extLst>
              <a:ext uri="{FF2B5EF4-FFF2-40B4-BE49-F238E27FC236}">
                <a16:creationId xmlns:a16="http://schemas.microsoft.com/office/drawing/2014/main" id="{77238E54-9365-5AC3-3F61-C0C4F90CD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9E43483A-12CB-80EB-60B8-EF81EB9FD42F}"/>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9152C5E8-4D29-4AB7-B2D6-BC687C7DD359}" type="slidenum">
              <a:rPr lang="en-US" altLang="en-US" sz="1600" b="1">
                <a:solidFill>
                  <a:srgbClr val="FFFFFF"/>
                </a:solidFill>
                <a:latin typeface="Comic Sans MS" panose="030F0702030302020204" pitchFamily="66" charset="0"/>
              </a:rPr>
              <a:pPr algn="ctr" eaLnBrk="1" hangingPunct="1">
                <a:defRPr/>
              </a:pPr>
              <a:t>1</a:t>
            </a:fld>
            <a:endParaRPr lang="en-US" altLang="en-US" sz="1600" b="1">
              <a:solidFill>
                <a:srgbClr val="FFFFFF"/>
              </a:solidFill>
              <a:latin typeface="Comic Sans MS" panose="030F0702030302020204" pitchFamily="66" charset="0"/>
            </a:endParaRPr>
          </a:p>
        </p:txBody>
      </p:sp>
      <p:sp>
        <p:nvSpPr>
          <p:cNvPr id="9" name="TextBox 8">
            <a:extLst>
              <a:ext uri="{FF2B5EF4-FFF2-40B4-BE49-F238E27FC236}">
                <a16:creationId xmlns:a16="http://schemas.microsoft.com/office/drawing/2014/main" id="{1BBC696F-F782-4934-3F35-C51381FAFEB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53CF5DA6-6C5B-3F66-906F-5E7EE6782373}"/>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4105" name="Picture 10" descr="A picture containing text, sign, watch&#10;&#10;Description automatically generated">
            <a:extLst>
              <a:ext uri="{FF2B5EF4-FFF2-40B4-BE49-F238E27FC236}">
                <a16:creationId xmlns:a16="http://schemas.microsoft.com/office/drawing/2014/main" id="{D718867B-27CA-324B-0E4E-FCBD02F42A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6" name="TextBox 1">
            <a:extLst>
              <a:ext uri="{FF2B5EF4-FFF2-40B4-BE49-F238E27FC236}">
                <a16:creationId xmlns:a16="http://schemas.microsoft.com/office/drawing/2014/main" id="{2E3F9031-35BE-6F66-F084-86AD955774BB}"/>
              </a:ext>
            </a:extLst>
          </p:cNvPr>
          <p:cNvSpPr txBox="1">
            <a:spLocks noChangeArrowheads="1"/>
          </p:cNvSpPr>
          <p:nvPr/>
        </p:nvSpPr>
        <p:spPr bwMode="auto">
          <a:xfrm>
            <a:off x="1018911" y="2060848"/>
            <a:ext cx="710617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None/>
            </a:pPr>
            <a:r>
              <a:rPr lang="en-US" sz="2800" b="1" spc="30" dirty="0">
                <a:latin typeface="Verdana" panose="020B0604030504040204" pitchFamily="34" charset="0"/>
                <a:ea typeface="Verdana" panose="020B0604030504040204" pitchFamily="34" charset="0"/>
              </a:rPr>
              <a:t>23CS553</a:t>
            </a:r>
            <a:r>
              <a:rPr lang="en-US" sz="2800" b="1" spc="30" dirty="0">
                <a:effectLst/>
                <a:latin typeface="Verdana" panose="020B0604030504040204" pitchFamily="34" charset="0"/>
                <a:ea typeface="Verdana" panose="020B0604030504040204" pitchFamily="34" charset="0"/>
              </a:rPr>
              <a:t> – </a:t>
            </a:r>
            <a:r>
              <a:rPr lang="en-US" sz="2800" b="1" spc="30" dirty="0">
                <a:latin typeface="Verdana" panose="020B0604030504040204" pitchFamily="34" charset="0"/>
                <a:ea typeface="Verdana" panose="020B0604030504040204" pitchFamily="34" charset="0"/>
              </a:rPr>
              <a:t>Mini Project III</a:t>
            </a:r>
            <a:endParaRPr lang="en-US" sz="2800" b="1" spc="30" dirty="0">
              <a:effectLst/>
              <a:latin typeface="Verdana" panose="020B0604030504040204" pitchFamily="34" charset="0"/>
              <a:ea typeface="Verdana" panose="020B0604030504040204" pitchFamily="34" charset="0"/>
            </a:endParaRPr>
          </a:p>
          <a:p>
            <a:pPr algn="ctr">
              <a:spcBef>
                <a:spcPct val="0"/>
              </a:spcBef>
              <a:buNone/>
            </a:pPr>
            <a:endParaRPr lang="en-IN" sz="2000" dirty="0">
              <a:effectLst/>
              <a:latin typeface="Times New Roman" panose="02020603050405020304" pitchFamily="18" charset="0"/>
              <a:ea typeface="Times New Roman" panose="02020603050405020304" pitchFamily="18" charset="0"/>
            </a:endParaRPr>
          </a:p>
          <a:p>
            <a:pPr algn="ctr">
              <a:spcBef>
                <a:spcPct val="0"/>
              </a:spcBef>
              <a:buFontTx/>
              <a:buNone/>
            </a:pPr>
            <a:r>
              <a:rPr lang="en-US" altLang="en-US" sz="3200" b="1" dirty="0">
                <a:latin typeface="Verdana" panose="020B0604030504040204" pitchFamily="34" charset="0"/>
                <a:ea typeface="Verdana" panose="020B0604030504040204" pitchFamily="34" charset="0"/>
                <a:cs typeface="Verdana" panose="020B0604030504040204" pitchFamily="34" charset="0"/>
              </a:rPr>
              <a:t>VAULTO-DO</a:t>
            </a:r>
          </a:p>
        </p:txBody>
      </p:sp>
      <p:sp>
        <p:nvSpPr>
          <p:cNvPr id="4107" name="TextBox 10">
            <a:extLst>
              <a:ext uri="{FF2B5EF4-FFF2-40B4-BE49-F238E27FC236}">
                <a16:creationId xmlns:a16="http://schemas.microsoft.com/office/drawing/2014/main" id="{A85E37DF-659A-A402-803E-7CC0A74F4660}"/>
              </a:ext>
            </a:extLst>
          </p:cNvPr>
          <p:cNvSpPr txBox="1">
            <a:spLocks noChangeArrowheads="1"/>
          </p:cNvSpPr>
          <p:nvPr/>
        </p:nvSpPr>
        <p:spPr bwMode="auto">
          <a:xfrm>
            <a:off x="3234296" y="5085184"/>
            <a:ext cx="727280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b="1" dirty="0" err="1">
                <a:latin typeface="Verdana" panose="020B0604030504040204" pitchFamily="34" charset="0"/>
                <a:ea typeface="Verdana" panose="020B0604030504040204" pitchFamily="34" charset="0"/>
                <a:cs typeface="Verdana" panose="020B0604030504040204" pitchFamily="34" charset="0"/>
              </a:rPr>
              <a:t>S.Affrin</a:t>
            </a:r>
            <a:r>
              <a:rPr lang="en-US" altLang="en-US" sz="1600" b="1" dirty="0">
                <a:latin typeface="Verdana" panose="020B0604030504040204" pitchFamily="34" charset="0"/>
                <a:ea typeface="Verdana" panose="020B0604030504040204" pitchFamily="34" charset="0"/>
                <a:cs typeface="Verdana" panose="020B0604030504040204" pitchFamily="34" charset="0"/>
              </a:rPr>
              <a:t>    (</a:t>
            </a:r>
            <a:r>
              <a:rPr lang="en-US" altLang="en-US" sz="1600" b="1" dirty="0" err="1">
                <a:latin typeface="Verdana" panose="020B0604030504040204" pitchFamily="34" charset="0"/>
                <a:ea typeface="Verdana" panose="020B0604030504040204" pitchFamily="34" charset="0"/>
                <a:cs typeface="Verdana" panose="020B0604030504040204" pitchFamily="34" charset="0"/>
              </a:rPr>
              <a:t>Reg.No</a:t>
            </a:r>
            <a:r>
              <a:rPr lang="en-US" altLang="en-US" sz="1600" b="1" dirty="0">
                <a:latin typeface="Verdana" panose="020B0604030504040204" pitchFamily="34" charset="0"/>
                <a:ea typeface="Verdana" panose="020B0604030504040204" pitchFamily="34" charset="0"/>
                <a:cs typeface="Verdana" panose="020B0604030504040204" pitchFamily="34" charset="0"/>
              </a:rPr>
              <a:t>. : 9517202304004)</a:t>
            </a:r>
          </a:p>
          <a:p>
            <a:pPr>
              <a:spcBef>
                <a:spcPct val="0"/>
              </a:spcBef>
              <a:buNone/>
            </a:pPr>
            <a:r>
              <a:rPr lang="en-US" altLang="en-US" sz="1600" b="1" dirty="0" err="1">
                <a:latin typeface="Verdana" panose="020B0604030504040204" pitchFamily="34" charset="0"/>
                <a:ea typeface="Verdana" panose="020B0604030504040204" pitchFamily="34" charset="0"/>
                <a:cs typeface="Verdana" panose="020B0604030504040204" pitchFamily="34" charset="0"/>
              </a:rPr>
              <a:t>R.Ilakkiya</a:t>
            </a:r>
            <a:r>
              <a:rPr lang="en-US" altLang="en-US" sz="1600" b="1" dirty="0">
                <a:latin typeface="Verdana" panose="020B0604030504040204" pitchFamily="34" charset="0"/>
                <a:ea typeface="Verdana" panose="020B0604030504040204" pitchFamily="34" charset="0"/>
                <a:cs typeface="Verdana" panose="020B0604030504040204" pitchFamily="34" charset="0"/>
              </a:rPr>
              <a:t> (Reg. No. : 9517202304052)</a:t>
            </a:r>
          </a:p>
          <a:p>
            <a:pPr>
              <a:spcBef>
                <a:spcPct val="0"/>
              </a:spcBef>
              <a:buFontTx/>
              <a:buNone/>
            </a:pPr>
            <a:r>
              <a:rPr lang="en-US" altLang="en-US" sz="1600" b="1" dirty="0" err="1">
                <a:latin typeface="Verdana" panose="020B0604030504040204" pitchFamily="34" charset="0"/>
                <a:ea typeface="Verdana" panose="020B0604030504040204" pitchFamily="34" charset="0"/>
                <a:cs typeface="Verdana" panose="020B0604030504040204" pitchFamily="34" charset="0"/>
              </a:rPr>
              <a:t>S.S.G.Krithigayogasri</a:t>
            </a:r>
            <a:r>
              <a:rPr lang="en-US" altLang="en-US" sz="1600" b="1" dirty="0">
                <a:latin typeface="Verdana" panose="020B0604030504040204" pitchFamily="34" charset="0"/>
                <a:ea typeface="Verdana" panose="020B0604030504040204" pitchFamily="34" charset="0"/>
                <a:cs typeface="Verdana" panose="020B0604030504040204" pitchFamily="34" charset="0"/>
              </a:rPr>
              <a:t> (Reg. No. :9517202304071)</a:t>
            </a:r>
          </a:p>
          <a:p>
            <a:pPr>
              <a:spcBef>
                <a:spcPct val="0"/>
              </a:spcBef>
              <a:buFontTx/>
              <a:buNone/>
            </a:pPr>
            <a:endParaRPr lang="en-US" altLang="en-US" sz="1600" b="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1">
            <a:extLst>
              <a:ext uri="{FF2B5EF4-FFF2-40B4-BE49-F238E27FC236}">
                <a16:creationId xmlns:a16="http://schemas.microsoft.com/office/drawing/2014/main" id="{2B142F96-73E2-8FDB-58AD-F1663FFB8CE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21" name="Date Placeholder 1">
            <a:extLst>
              <a:ext uri="{FF2B5EF4-FFF2-40B4-BE49-F238E27FC236}">
                <a16:creationId xmlns:a16="http://schemas.microsoft.com/office/drawing/2014/main" id="{AC64F4C4-69D5-8C81-5ABB-1914B6A8EAD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22" name="Date Placeholder 1">
            <a:extLst>
              <a:ext uri="{FF2B5EF4-FFF2-40B4-BE49-F238E27FC236}">
                <a16:creationId xmlns:a16="http://schemas.microsoft.com/office/drawing/2014/main" id="{3B045005-B0BA-302D-7048-8C0494EB4045}"/>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23" name="Date Placeholder 1">
            <a:extLst>
              <a:ext uri="{FF2B5EF4-FFF2-40B4-BE49-F238E27FC236}">
                <a16:creationId xmlns:a16="http://schemas.microsoft.com/office/drawing/2014/main" id="{74D83FBA-31E9-5577-23B7-0F4491A3F09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24" name="Date Placeholder 1">
            <a:extLst>
              <a:ext uri="{FF2B5EF4-FFF2-40B4-BE49-F238E27FC236}">
                <a16:creationId xmlns:a16="http://schemas.microsoft.com/office/drawing/2014/main" id="{02AEBF4C-4957-D121-6B2C-A12E2F352BC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26" name="Picture 25">
            <a:extLst>
              <a:ext uri="{FF2B5EF4-FFF2-40B4-BE49-F238E27FC236}">
                <a16:creationId xmlns:a16="http://schemas.microsoft.com/office/drawing/2014/main" id="{97563488-36D6-BCBC-7E98-187351CDCF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4">
            <a:extLst>
              <a:ext uri="{FF2B5EF4-FFF2-40B4-BE49-F238E27FC236}">
                <a16:creationId xmlns:a16="http://schemas.microsoft.com/office/drawing/2014/main" id="{E4416894-38DF-BBF1-9D25-791943D86D22}"/>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28" name="Picture 2">
            <a:extLst>
              <a:ext uri="{FF2B5EF4-FFF2-40B4-BE49-F238E27FC236}">
                <a16:creationId xmlns:a16="http://schemas.microsoft.com/office/drawing/2014/main" id="{72A8392D-F07C-E7E5-1BDB-B0F9D3B1B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ectangle: Rounded Corners 28">
            <a:extLst>
              <a:ext uri="{FF2B5EF4-FFF2-40B4-BE49-F238E27FC236}">
                <a16:creationId xmlns:a16="http://schemas.microsoft.com/office/drawing/2014/main" id="{8B4DD515-9F51-6F79-305F-4562360B1E2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a:t>
            </a:fld>
            <a:endParaRPr lang="en-US" altLang="en-US" sz="1600" b="1">
              <a:solidFill>
                <a:srgbClr val="FFFFFF"/>
              </a:solidFill>
              <a:latin typeface="Comic Sans MS" panose="030F0702030302020204" pitchFamily="66" charset="0"/>
            </a:endParaRPr>
          </a:p>
        </p:txBody>
      </p:sp>
      <p:sp>
        <p:nvSpPr>
          <p:cNvPr id="30" name="Date Placeholder 7">
            <a:extLst>
              <a:ext uri="{FF2B5EF4-FFF2-40B4-BE49-F238E27FC236}">
                <a16:creationId xmlns:a16="http://schemas.microsoft.com/office/drawing/2014/main" id="{AC5A5945-6682-771A-5205-0CF7A6E36370}"/>
              </a:ext>
            </a:extLst>
          </p:cNvPr>
          <p:cNvSpPr txBox="1">
            <a:spLocks/>
          </p:cNvSpPr>
          <p:nvPr/>
        </p:nvSpPr>
        <p:spPr bwMode="auto">
          <a:xfrm>
            <a:off x="0" y="6564313"/>
            <a:ext cx="2195736"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dirty="0">
              <a:solidFill>
                <a:srgbClr val="FF0066"/>
              </a:solidFill>
              <a:latin typeface="Arial Rounded MT Bold" panose="020F0704030504030204" pitchFamily="34" charset="0"/>
            </a:endParaRPr>
          </a:p>
        </p:txBody>
      </p:sp>
      <p:sp>
        <p:nvSpPr>
          <p:cNvPr id="31" name="TextBox 30">
            <a:extLst>
              <a:ext uri="{FF2B5EF4-FFF2-40B4-BE49-F238E27FC236}">
                <a16:creationId xmlns:a16="http://schemas.microsoft.com/office/drawing/2014/main" id="{BE6E675A-628B-03FD-F516-C44AED50A4C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32" name="Oval 31">
            <a:extLst>
              <a:ext uri="{FF2B5EF4-FFF2-40B4-BE49-F238E27FC236}">
                <a16:creationId xmlns:a16="http://schemas.microsoft.com/office/drawing/2014/main" id="{3861283D-CE99-61D7-8993-7FE8AC57C83F}"/>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3" name="Picture 32" descr="A picture containing text, sign, watch&#10;&#10;Description automatically generated">
            <a:extLst>
              <a:ext uri="{FF2B5EF4-FFF2-40B4-BE49-F238E27FC236}">
                <a16:creationId xmlns:a16="http://schemas.microsoft.com/office/drawing/2014/main" id="{CEFE3CCF-39E3-D315-1425-5440AB9DEE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33">
            <a:extLst>
              <a:ext uri="{FF2B5EF4-FFF2-40B4-BE49-F238E27FC236}">
                <a16:creationId xmlns:a16="http://schemas.microsoft.com/office/drawing/2014/main" id="{64AF2327-91B5-4917-6E67-CB8990754E0F}"/>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36" name="TextBox 35">
            <a:extLst>
              <a:ext uri="{FF2B5EF4-FFF2-40B4-BE49-F238E27FC236}">
                <a16:creationId xmlns:a16="http://schemas.microsoft.com/office/drawing/2014/main" id="{235D087F-6249-4B6E-ED64-A51C5E090DF2}"/>
              </a:ext>
            </a:extLst>
          </p:cNvPr>
          <p:cNvSpPr txBox="1"/>
          <p:nvPr/>
        </p:nvSpPr>
        <p:spPr>
          <a:xfrm>
            <a:off x="189224" y="1149095"/>
            <a:ext cx="4590046" cy="400110"/>
          </a:xfrm>
          <a:prstGeom prst="rect">
            <a:avLst/>
          </a:prstGeom>
          <a:noFill/>
        </p:spPr>
        <p:txBody>
          <a:bodyPr wrap="square">
            <a:spAutoFit/>
          </a:bodyPr>
          <a:lstStyle/>
          <a:p>
            <a:pPr>
              <a:spcBef>
                <a:spcPct val="0"/>
              </a:spcBef>
              <a:buFontTx/>
              <a:buNone/>
            </a:pPr>
            <a:r>
              <a:rPr lang="en-US" altLang="en-US" sz="2000" b="1" dirty="0">
                <a:latin typeface="Verdana" panose="020B0604030504040204" pitchFamily="34" charset="0"/>
                <a:ea typeface="Verdana" panose="020B0604030504040204" pitchFamily="34" charset="0"/>
                <a:cs typeface="Verdana" panose="020B0604030504040204" pitchFamily="34" charset="0"/>
              </a:rPr>
              <a:t>Problem Description:  </a:t>
            </a:r>
          </a:p>
        </p:txBody>
      </p:sp>
      <p:sp>
        <p:nvSpPr>
          <p:cNvPr id="38" name="TextBox 37">
            <a:extLst>
              <a:ext uri="{FF2B5EF4-FFF2-40B4-BE49-F238E27FC236}">
                <a16:creationId xmlns:a16="http://schemas.microsoft.com/office/drawing/2014/main" id="{9EB8AADB-DD56-DF7E-3CCF-D535CAF9EF0F}"/>
              </a:ext>
            </a:extLst>
          </p:cNvPr>
          <p:cNvSpPr txBox="1"/>
          <p:nvPr/>
        </p:nvSpPr>
        <p:spPr>
          <a:xfrm>
            <a:off x="189224" y="1807523"/>
            <a:ext cx="8898394" cy="3730317"/>
          </a:xfrm>
          <a:prstGeom prst="rect">
            <a:avLst/>
          </a:prstGeom>
          <a:noFill/>
        </p:spPr>
        <p:txBody>
          <a:bodyPr wrap="square">
            <a:spAutoFit/>
          </a:bodyPr>
          <a:lstStyle/>
          <a:p>
            <a:pPr algn="just">
              <a:lnSpc>
                <a:spcPct val="150000"/>
              </a:lnSpc>
            </a:pPr>
            <a:r>
              <a:rPr lang="en-IN" sz="2000" dirty="0"/>
              <a:t>	</a:t>
            </a:r>
            <a:r>
              <a:rPr lang="en-US" sz="2000" dirty="0"/>
              <a:t>Concern over the absence of integrated solutions that combine productivity and personal data security is growing in a world where people heavily depend on digital tools to manage their daily activities. The majority of to-do list apps only manage tasks. Users must rely on other, frequently complicated tools to store private data. Convenience and confidentiality become incompatible as a result. A user-friendly platform that protects user’s private information while enabling them to maintain organization is obviously needed.</a:t>
            </a:r>
          </a:p>
          <a:p>
            <a:pPr algn="just">
              <a:lnSpc>
                <a:spcPct val="150000"/>
              </a:lnSpc>
              <a:spcBef>
                <a:spcPct val="0"/>
              </a:spcBef>
              <a:buNone/>
            </a:pPr>
            <a:r>
              <a:rPr lang="en-IN" sz="2000" dirty="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07674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74A914C2-1E7C-A801-B214-28388507CAAA}"/>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4" name="Date Placeholder 1">
            <a:extLst>
              <a:ext uri="{FF2B5EF4-FFF2-40B4-BE49-F238E27FC236}">
                <a16:creationId xmlns:a16="http://schemas.microsoft.com/office/drawing/2014/main" id="{12639F6B-0FD5-CBF3-717F-EB7C35F7E9CF}"/>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endParaRPr lang="en-US" altLang="en-US" dirty="0"/>
          </a:p>
        </p:txBody>
      </p:sp>
      <p:pic>
        <p:nvPicPr>
          <p:cNvPr id="9" name="Picture 8">
            <a:extLst>
              <a:ext uri="{FF2B5EF4-FFF2-40B4-BE49-F238E27FC236}">
                <a16:creationId xmlns:a16="http://schemas.microsoft.com/office/drawing/2014/main" id="{8D0AA1E8-2FA2-B512-14E7-F49FCE840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A966B9D3-E83C-D22F-4190-83977F3D6613}"/>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1" name="Picture 2">
            <a:extLst>
              <a:ext uri="{FF2B5EF4-FFF2-40B4-BE49-F238E27FC236}">
                <a16:creationId xmlns:a16="http://schemas.microsoft.com/office/drawing/2014/main" id="{99C989DC-6447-C8AE-68A1-9AA51EAC1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Rounded Corners 11">
            <a:extLst>
              <a:ext uri="{FF2B5EF4-FFF2-40B4-BE49-F238E27FC236}">
                <a16:creationId xmlns:a16="http://schemas.microsoft.com/office/drawing/2014/main" id="{6C970124-9007-2EC1-25A5-7D7049F9F3C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a:t>
            </a:fld>
            <a:endParaRPr lang="en-US" altLang="en-US" sz="1600" b="1">
              <a:solidFill>
                <a:srgbClr val="FFFFFF"/>
              </a:solidFill>
              <a:latin typeface="Comic Sans MS" panose="030F0702030302020204" pitchFamily="66" charset="0"/>
            </a:endParaRPr>
          </a:p>
        </p:txBody>
      </p:sp>
      <p:sp>
        <p:nvSpPr>
          <p:cNvPr id="13" name="Date Placeholder 7">
            <a:extLst>
              <a:ext uri="{FF2B5EF4-FFF2-40B4-BE49-F238E27FC236}">
                <a16:creationId xmlns:a16="http://schemas.microsoft.com/office/drawing/2014/main" id="{31B80197-59FE-1A05-1A9D-582636C3DDED}"/>
              </a:ext>
            </a:extLst>
          </p:cNvPr>
          <p:cNvSpPr txBox="1">
            <a:spLocks/>
          </p:cNvSpPr>
          <p:nvPr/>
        </p:nvSpPr>
        <p:spPr bwMode="auto">
          <a:xfrm>
            <a:off x="0" y="6564313"/>
            <a:ext cx="205172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14" name="TextBox 13">
            <a:extLst>
              <a:ext uri="{FF2B5EF4-FFF2-40B4-BE49-F238E27FC236}">
                <a16:creationId xmlns:a16="http://schemas.microsoft.com/office/drawing/2014/main" id="{73980178-CE36-F88B-EA7D-76D3C6ABF898}"/>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5" name="Oval 14">
            <a:extLst>
              <a:ext uri="{FF2B5EF4-FFF2-40B4-BE49-F238E27FC236}">
                <a16:creationId xmlns:a16="http://schemas.microsoft.com/office/drawing/2014/main" id="{7E0E77B7-6D0D-E454-9C11-0C89BBB324D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6" name="Picture 15" descr="A picture containing text, sign, watch&#10;&#10;Description automatically generated">
            <a:extLst>
              <a:ext uri="{FF2B5EF4-FFF2-40B4-BE49-F238E27FC236}">
                <a16:creationId xmlns:a16="http://schemas.microsoft.com/office/drawing/2014/main" id="{D3DC1EEB-C6B7-8FDD-4A45-8321B6B514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EC6DA7A6-10F7-4574-ABF4-0830228BB05C}"/>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27B94FD6-959B-EA2A-72F0-2C24C0370678}"/>
              </a:ext>
            </a:extLst>
          </p:cNvPr>
          <p:cNvSpPr txBox="1"/>
          <p:nvPr/>
        </p:nvSpPr>
        <p:spPr>
          <a:xfrm>
            <a:off x="319752" y="763127"/>
            <a:ext cx="7757293" cy="1876732"/>
          </a:xfrm>
          <a:prstGeom prst="rect">
            <a:avLst/>
          </a:prstGeom>
          <a:noFill/>
        </p:spPr>
        <p:txBody>
          <a:bodyPr wrap="square">
            <a:spAutoFit/>
          </a:bodyPr>
          <a:lstStyle/>
          <a:p>
            <a:pPr>
              <a:lnSpc>
                <a:spcPct val="150000"/>
              </a:lnSpc>
              <a:spcBef>
                <a:spcPct val="0"/>
              </a:spcBef>
              <a:buFontTx/>
              <a:buNone/>
            </a:pPr>
            <a:r>
              <a:rPr lang="en-US" altLang="en-US" sz="2000" b="1" dirty="0">
                <a:latin typeface="Verdana" panose="020B0604030504040204" pitchFamily="34" charset="0"/>
                <a:ea typeface="Verdana" panose="020B0604030504040204" pitchFamily="34" charset="0"/>
                <a:cs typeface="Verdana" panose="020B0604030504040204" pitchFamily="34" charset="0"/>
              </a:rPr>
              <a:t>Objective:</a:t>
            </a:r>
          </a:p>
          <a:p>
            <a:pPr>
              <a:lnSpc>
                <a:spcPct val="150000"/>
              </a:lnSpc>
              <a:buNone/>
            </a:pPr>
            <a:endParaRPr lang="en-IN" sz="2000" dirty="0">
              <a:solidFill>
                <a:srgbClr val="000000"/>
              </a:solidFill>
              <a:effectLst/>
              <a:latin typeface="Verdana" panose="020B0604030504040204" pitchFamily="34" charset="0"/>
              <a:ea typeface="Verdana" panose="020B0604030504040204" pitchFamily="34" charset="0"/>
            </a:endParaRPr>
          </a:p>
          <a:p>
            <a:pPr marL="342900" indent="-342900">
              <a:lnSpc>
                <a:spcPct val="150000"/>
              </a:lnSpc>
              <a:buFont typeface="Arial" panose="020B0604020202020204" pitchFamily="34" charset="0"/>
              <a:buChar char="•"/>
            </a:pPr>
            <a:endParaRPr lang="en-IN" sz="2000" dirty="0">
              <a:solidFill>
                <a:srgbClr val="000000"/>
              </a:solidFill>
              <a:effectLst/>
              <a:latin typeface="Verdana" panose="020B0604030504040204" pitchFamily="34" charset="0"/>
              <a:ea typeface="Verdana" panose="020B0604030504040204" pitchFamily="34" charset="0"/>
            </a:endParaRPr>
          </a:p>
          <a:p>
            <a:pPr marL="285750" indent="-285750">
              <a:lnSpc>
                <a:spcPct val="150000"/>
              </a:lnSpc>
            </a:pPr>
            <a:endParaRPr lang="en-IN" altLang="en-US" sz="2000" dirty="0">
              <a:latin typeface="Verdana" panose="020B0604030504040204" pitchFamily="34" charset="0"/>
              <a:ea typeface="Verdana" panose="020B0604030504040204" pitchFamily="34" charset="0"/>
            </a:endParaRPr>
          </a:p>
        </p:txBody>
      </p:sp>
      <p:sp>
        <p:nvSpPr>
          <p:cNvPr id="2" name="TextBox 1">
            <a:extLst>
              <a:ext uri="{FF2B5EF4-FFF2-40B4-BE49-F238E27FC236}">
                <a16:creationId xmlns:a16="http://schemas.microsoft.com/office/drawing/2014/main" id="{55987EDE-4633-03EC-CA5C-2E5DE3129DAE}"/>
              </a:ext>
            </a:extLst>
          </p:cNvPr>
          <p:cNvSpPr txBox="1"/>
          <p:nvPr/>
        </p:nvSpPr>
        <p:spPr>
          <a:xfrm>
            <a:off x="761393" y="1329209"/>
            <a:ext cx="7938715" cy="5016758"/>
          </a:xfrm>
          <a:prstGeom prst="rect">
            <a:avLst/>
          </a:prstGeom>
          <a:noFill/>
        </p:spPr>
        <p:txBody>
          <a:bodyPr wrap="square" rtlCol="0">
            <a:spAutoFit/>
          </a:bodyPr>
          <a:lstStyle/>
          <a:p>
            <a:pPr marL="342900" lvl="0" indent="-342900">
              <a:lnSpc>
                <a:spcPct val="150000"/>
              </a:lnSpc>
              <a:buFont typeface="Wingdings" panose="05000000000000000000" pitchFamily="2" charset="2"/>
              <a:buChar char="Ø"/>
            </a:pPr>
            <a:r>
              <a:rPr lang="en-US" altLang="en-US" sz="2000" dirty="0"/>
              <a:t>To develop a dual-purpose web application by bridging the gap between productivity and privacy.</a:t>
            </a:r>
          </a:p>
          <a:p>
            <a:pPr marL="342900" lvl="0" indent="-342900">
              <a:lnSpc>
                <a:spcPct val="150000"/>
              </a:lnSpc>
              <a:buFont typeface="Wingdings" panose="05000000000000000000" pitchFamily="2" charset="2"/>
              <a:buChar char="Ø"/>
            </a:pPr>
            <a:r>
              <a:rPr lang="en-US" altLang="en-US" sz="2000" dirty="0"/>
              <a:t>To design a clean to-do list interface that allows users to manage their tasks.</a:t>
            </a:r>
          </a:p>
          <a:p>
            <a:pPr marL="342900" lvl="0" indent="-342900">
              <a:lnSpc>
                <a:spcPct val="150000"/>
              </a:lnSpc>
              <a:buFont typeface="Wingdings" panose="05000000000000000000" pitchFamily="2" charset="2"/>
              <a:buChar char="Ø"/>
            </a:pPr>
            <a:r>
              <a:rPr lang="en-US" altLang="en-US" sz="2000" dirty="0"/>
              <a:t>To implement a hidden “Vault Mode” that is accessible only through a master passcode.</a:t>
            </a:r>
          </a:p>
          <a:p>
            <a:pPr marL="342900" lvl="0" indent="-342900">
              <a:lnSpc>
                <a:spcPct val="150000"/>
              </a:lnSpc>
              <a:buFont typeface="Wingdings" panose="05000000000000000000" pitchFamily="2" charset="2"/>
              <a:buChar char="Ø"/>
            </a:pPr>
            <a:r>
              <a:rPr lang="en-US" altLang="en-US" sz="2000" dirty="0"/>
              <a:t>To ensure that vault remains completely invisible within the user interface by enhancing the security with strong encryption techniques to store confidential files.</a:t>
            </a:r>
          </a:p>
          <a:p>
            <a:pPr marL="342900" lvl="0" indent="-342900">
              <a:lnSpc>
                <a:spcPct val="150000"/>
              </a:lnSpc>
              <a:buFont typeface="Wingdings" panose="05000000000000000000" pitchFamily="2" charset="2"/>
              <a:buChar char="Ø"/>
            </a:pPr>
            <a:r>
              <a:rPr lang="en-US" altLang="en-US" sz="2000" dirty="0"/>
              <a:t>To provide a smooth and user-friendly experience.</a:t>
            </a:r>
          </a:p>
          <a:p>
            <a:pPr marL="342900" indent="-342900">
              <a:buFont typeface="Wingdings" panose="05000000000000000000" pitchFamily="2" charset="2"/>
              <a:buChar char="Ø"/>
            </a:pPr>
            <a:endParaRPr lang="en-IN" sz="2000" dirty="0"/>
          </a:p>
        </p:txBody>
      </p:sp>
    </p:spTree>
    <p:extLst>
      <p:ext uri="{BB962C8B-B14F-4D97-AF65-F5344CB8AC3E}">
        <p14:creationId xmlns:p14="http://schemas.microsoft.com/office/powerpoint/2010/main" val="1797782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5B00CF85-5E60-B4D1-88D4-C2BB5593961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4" name="Date Placeholder 1">
            <a:extLst>
              <a:ext uri="{FF2B5EF4-FFF2-40B4-BE49-F238E27FC236}">
                <a16:creationId xmlns:a16="http://schemas.microsoft.com/office/drawing/2014/main" id="{3910C6A8-6045-3978-9334-399DE602F905}"/>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5" name="Date Placeholder 1">
            <a:extLst>
              <a:ext uri="{FF2B5EF4-FFF2-40B4-BE49-F238E27FC236}">
                <a16:creationId xmlns:a16="http://schemas.microsoft.com/office/drawing/2014/main" id="{DD93477B-D5E0-7B16-28F4-2B7898C8C42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6" name="Date Placeholder 1">
            <a:extLst>
              <a:ext uri="{FF2B5EF4-FFF2-40B4-BE49-F238E27FC236}">
                <a16:creationId xmlns:a16="http://schemas.microsoft.com/office/drawing/2014/main" id="{9A415C61-33D8-9385-78BA-FD5CD1A547B6}"/>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7" name="Date Placeholder 1">
            <a:extLst>
              <a:ext uri="{FF2B5EF4-FFF2-40B4-BE49-F238E27FC236}">
                <a16:creationId xmlns:a16="http://schemas.microsoft.com/office/drawing/2014/main" id="{6F51DE9B-9FB5-68A6-7124-F7A5EA17928F}"/>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8" name="Date Placeholder 1">
            <a:extLst>
              <a:ext uri="{FF2B5EF4-FFF2-40B4-BE49-F238E27FC236}">
                <a16:creationId xmlns:a16="http://schemas.microsoft.com/office/drawing/2014/main" id="{5EA15030-2A43-6C61-192E-D27AEDFC9C42}"/>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9" name="Picture 8">
            <a:extLst>
              <a:ext uri="{FF2B5EF4-FFF2-40B4-BE49-F238E27FC236}">
                <a16:creationId xmlns:a16="http://schemas.microsoft.com/office/drawing/2014/main" id="{5746585D-23AE-D3EE-7144-A28ECC2CA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FF4E2BCD-EF65-CB47-9315-2B4F3D320C5C}"/>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1" name="Picture 2">
            <a:extLst>
              <a:ext uri="{FF2B5EF4-FFF2-40B4-BE49-F238E27FC236}">
                <a16:creationId xmlns:a16="http://schemas.microsoft.com/office/drawing/2014/main" id="{C3B130C5-6B4B-7B65-169D-73380B151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Rounded Corners 11">
            <a:extLst>
              <a:ext uri="{FF2B5EF4-FFF2-40B4-BE49-F238E27FC236}">
                <a16:creationId xmlns:a16="http://schemas.microsoft.com/office/drawing/2014/main" id="{42D497FD-CBA7-F315-BBD0-7A7D304FEC0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4</a:t>
            </a:fld>
            <a:endParaRPr lang="en-US" altLang="en-US" sz="1600" b="1">
              <a:solidFill>
                <a:srgbClr val="FFFFFF"/>
              </a:solidFill>
              <a:latin typeface="Comic Sans MS" panose="030F0702030302020204" pitchFamily="66" charset="0"/>
            </a:endParaRPr>
          </a:p>
        </p:txBody>
      </p:sp>
      <p:sp>
        <p:nvSpPr>
          <p:cNvPr id="13" name="Date Placeholder 7">
            <a:extLst>
              <a:ext uri="{FF2B5EF4-FFF2-40B4-BE49-F238E27FC236}">
                <a16:creationId xmlns:a16="http://schemas.microsoft.com/office/drawing/2014/main" id="{6A621137-E445-241B-8ECE-CF4B2712C137}"/>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14" name="TextBox 13">
            <a:extLst>
              <a:ext uri="{FF2B5EF4-FFF2-40B4-BE49-F238E27FC236}">
                <a16:creationId xmlns:a16="http://schemas.microsoft.com/office/drawing/2014/main" id="{6DCAA4D0-4327-F4BB-3365-861D18020D0C}"/>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5" name="Oval 14">
            <a:extLst>
              <a:ext uri="{FF2B5EF4-FFF2-40B4-BE49-F238E27FC236}">
                <a16:creationId xmlns:a16="http://schemas.microsoft.com/office/drawing/2014/main" id="{12AB9698-55F2-0D07-CA9B-2E6953017F12}"/>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6" name="Picture 15" descr="A picture containing text, sign, watch&#10;&#10;Description automatically generated">
            <a:extLst>
              <a:ext uri="{FF2B5EF4-FFF2-40B4-BE49-F238E27FC236}">
                <a16:creationId xmlns:a16="http://schemas.microsoft.com/office/drawing/2014/main" id="{9CA2EC8A-1953-634B-DB1B-3DEC505AD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43C5D406-1FE6-6BDD-55B2-0CAF5F60EC91}"/>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658AD571-D768-6B60-6DEA-17BD15625ECC}"/>
              </a:ext>
            </a:extLst>
          </p:cNvPr>
          <p:cNvSpPr txBox="1"/>
          <p:nvPr/>
        </p:nvSpPr>
        <p:spPr>
          <a:xfrm>
            <a:off x="395536" y="1160120"/>
            <a:ext cx="8640960" cy="4653646"/>
          </a:xfrm>
          <a:prstGeom prst="rect">
            <a:avLst/>
          </a:prstGeom>
          <a:noFill/>
        </p:spPr>
        <p:txBody>
          <a:bodyPr wrap="square">
            <a:spAutoFit/>
          </a:bodyPr>
          <a:lstStyle/>
          <a:p>
            <a:pPr>
              <a:lnSpc>
                <a:spcPct val="150000"/>
              </a:lnSpc>
            </a:pPr>
            <a:r>
              <a:rPr lang="en-US" sz="2000" b="1" dirty="0">
                <a:latin typeface="Verdana" panose="020B0604030504040204" pitchFamily="34" charset="0"/>
                <a:ea typeface="Verdana" panose="020B0604030504040204" pitchFamily="34" charset="0"/>
              </a:rPr>
              <a:t>OUTCOME:</a:t>
            </a:r>
          </a:p>
          <a:p>
            <a:pPr marL="342900" indent="-342900">
              <a:lnSpc>
                <a:spcPct val="150000"/>
              </a:lnSpc>
              <a:spcBef>
                <a:spcPts val="0"/>
              </a:spcBef>
              <a:buFont typeface="Wingdings" panose="05000000000000000000" pitchFamily="2" charset="2"/>
              <a:buChar char="Ø"/>
            </a:pPr>
            <a:r>
              <a:rPr lang="en-US" sz="2000" dirty="0"/>
              <a:t>A dual-purpose tool for privacy and productivity.</a:t>
            </a:r>
          </a:p>
          <a:p>
            <a:pPr marL="342900" indent="-342900">
              <a:lnSpc>
                <a:spcPct val="150000"/>
              </a:lnSpc>
              <a:spcBef>
                <a:spcPts val="0"/>
              </a:spcBef>
              <a:buFont typeface="Wingdings" panose="05000000000000000000" pitchFamily="2" charset="2"/>
              <a:buChar char="Ø"/>
            </a:pPr>
            <a:r>
              <a:rPr lang="en-US" sz="2000" dirty="0"/>
              <a:t>It offer users a user-friendly to-do list for everyday task management.</a:t>
            </a:r>
          </a:p>
          <a:p>
            <a:pPr marL="342900" indent="-342900">
              <a:lnSpc>
                <a:spcPct val="150000"/>
              </a:lnSpc>
              <a:spcBef>
                <a:spcPts val="0"/>
              </a:spcBef>
              <a:buFont typeface="Wingdings" panose="05000000000000000000" pitchFamily="2" charset="2"/>
              <a:buChar char="Ø"/>
            </a:pPr>
            <a:r>
              <a:rPr lang="en-US" sz="2000" dirty="0"/>
              <a:t>Along with is a hidden, secure vault for storing confidential data. </a:t>
            </a:r>
          </a:p>
          <a:p>
            <a:pPr marL="342900" indent="-342900">
              <a:lnSpc>
                <a:spcPct val="150000"/>
              </a:lnSpc>
              <a:spcBef>
                <a:spcPts val="0"/>
              </a:spcBef>
              <a:buFont typeface="Wingdings" panose="05000000000000000000" pitchFamily="2" charset="2"/>
              <a:buChar char="Ø"/>
            </a:pPr>
            <a:r>
              <a:rPr lang="en-US" sz="2000" dirty="0"/>
              <a:t>The vault will remain invisible until</a:t>
            </a:r>
            <a:r>
              <a:rPr lang="en-US" altLang="en-US" sz="2000" dirty="0"/>
              <a:t> triggered by specific actions or inputs and</a:t>
            </a:r>
            <a:r>
              <a:rPr lang="en-US" altLang="en-US" sz="2000" dirty="0">
                <a:latin typeface="Arial" panose="020B0604020202020204" pitchFamily="34" charset="0"/>
              </a:rPr>
              <a:t> </a:t>
            </a:r>
            <a:r>
              <a:rPr lang="en-US" sz="2000" dirty="0"/>
              <a:t>accessed through a master passcode, ensuring data privacy.</a:t>
            </a:r>
          </a:p>
          <a:p>
            <a:pPr marL="342900" indent="-342900">
              <a:lnSpc>
                <a:spcPct val="150000"/>
              </a:lnSpc>
              <a:spcBef>
                <a:spcPts val="0"/>
              </a:spcBef>
              <a:buFont typeface="Wingdings" panose="05000000000000000000" pitchFamily="2" charset="2"/>
              <a:buChar char="Ø"/>
            </a:pPr>
            <a:r>
              <a:rPr lang="en-US" sz="2000" dirty="0"/>
              <a:t>Smooth user-friendly interface.</a:t>
            </a:r>
          </a:p>
          <a:p>
            <a:pPr marL="0" indent="0">
              <a:lnSpc>
                <a:spcPct val="150000"/>
              </a:lnSpc>
              <a:spcBef>
                <a:spcPts val="0"/>
              </a:spcBef>
              <a:buNone/>
            </a:pPr>
            <a:r>
              <a:rPr lang="en-US" sz="2000" dirty="0"/>
              <a:t>The final product will provide a simple, unified solution that enhances productivity while offering peace of mind through strong, user-controlled data protection.</a:t>
            </a:r>
            <a:endParaRPr lang="en-US" sz="2000" dirty="0">
              <a:latin typeface="Times New Roman"/>
              <a:ea typeface="Times New Roman"/>
              <a:cs typeface="Times New Roman"/>
              <a:sym typeface="Times New Roman"/>
            </a:endParaRPr>
          </a:p>
          <a:p>
            <a:pPr>
              <a:lnSpc>
                <a:spcPct val="150000"/>
              </a:lnSpc>
            </a:pPr>
            <a:endParaRPr lang="en-IN" sz="2000" dirty="0"/>
          </a:p>
        </p:txBody>
      </p:sp>
    </p:spTree>
    <p:extLst>
      <p:ext uri="{BB962C8B-B14F-4D97-AF65-F5344CB8AC3E}">
        <p14:creationId xmlns:p14="http://schemas.microsoft.com/office/powerpoint/2010/main" val="2312751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8F11B809-3943-D449-0543-EC94579F9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E4889145-F644-18D0-7140-EB935654470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148" name="Picture 2">
            <a:extLst>
              <a:ext uri="{FF2B5EF4-FFF2-40B4-BE49-F238E27FC236}">
                <a16:creationId xmlns:a16="http://schemas.microsoft.com/office/drawing/2014/main" id="{105C9153-5092-3742-AC36-AFCF12247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F2065A80-A091-C2FD-3552-E2B1C39B0AAE}"/>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5</a:t>
            </a:fld>
            <a:endParaRPr lang="en-US" altLang="en-US" sz="1600" b="1">
              <a:solidFill>
                <a:srgbClr val="FFFFFF"/>
              </a:solidFill>
              <a:latin typeface="Comic Sans MS" panose="030F0702030302020204" pitchFamily="66" charset="0"/>
            </a:endParaRPr>
          </a:p>
        </p:txBody>
      </p:sp>
      <p:sp>
        <p:nvSpPr>
          <p:cNvPr id="9" name="TextBox 8">
            <a:extLst>
              <a:ext uri="{FF2B5EF4-FFF2-40B4-BE49-F238E27FC236}">
                <a16:creationId xmlns:a16="http://schemas.microsoft.com/office/drawing/2014/main" id="{E16D1456-86B0-1242-CE6A-8B33C640BA71}"/>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EF02192E-2821-AADF-C789-F49853E7C6A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6153" name="Picture 10" descr="A picture containing text, sign, watch&#10;&#10;Description automatically generated">
            <a:extLst>
              <a:ext uri="{FF2B5EF4-FFF2-40B4-BE49-F238E27FC236}">
                <a16:creationId xmlns:a16="http://schemas.microsoft.com/office/drawing/2014/main" id="{8CA48133-DCB2-2283-917D-F653F13265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5" name="TextBox 10">
            <a:extLst>
              <a:ext uri="{FF2B5EF4-FFF2-40B4-BE49-F238E27FC236}">
                <a16:creationId xmlns:a16="http://schemas.microsoft.com/office/drawing/2014/main" id="{BB7970F4-4145-69CC-310C-13F4C08F4BD6}"/>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3" name="TextBox 2">
            <a:extLst>
              <a:ext uri="{FF2B5EF4-FFF2-40B4-BE49-F238E27FC236}">
                <a16:creationId xmlns:a16="http://schemas.microsoft.com/office/drawing/2014/main" id="{BA25CB98-C422-B666-6112-5F09B1401747}"/>
              </a:ext>
            </a:extLst>
          </p:cNvPr>
          <p:cNvSpPr txBox="1"/>
          <p:nvPr/>
        </p:nvSpPr>
        <p:spPr>
          <a:xfrm>
            <a:off x="0" y="1124744"/>
            <a:ext cx="8915999" cy="4190634"/>
          </a:xfrm>
          <a:prstGeom prst="rect">
            <a:avLst/>
          </a:prstGeom>
          <a:noFill/>
        </p:spPr>
        <p:txBody>
          <a:bodyPr wrap="square">
            <a:spAutoFit/>
          </a:bodyPr>
          <a:lstStyle/>
          <a:p>
            <a:pPr marR="18415" algn="just">
              <a:lnSpc>
                <a:spcPct val="150000"/>
              </a:lnSpc>
            </a:pPr>
            <a:r>
              <a:rPr lang="en-US" sz="2000" b="1" dirty="0">
                <a:effectLst/>
                <a:latin typeface="Verdana" panose="020B0604030504040204" pitchFamily="34" charset="0"/>
                <a:ea typeface="Verdana" panose="020B0604030504040204" pitchFamily="34" charset="0"/>
              </a:rPr>
              <a:t> ARCHITECTURE DESIGN:</a:t>
            </a:r>
          </a:p>
          <a:p>
            <a:pPr marL="457200" algn="just">
              <a:lnSpc>
                <a:spcPct val="150000"/>
              </a:lnSpc>
            </a:pPr>
            <a:r>
              <a:rPr lang="en-US" sz="2000" dirty="0">
                <a:effectLst/>
                <a:latin typeface="Verdana" panose="020B0604030504040204" pitchFamily="34" charset="0"/>
                <a:ea typeface="Verdana" panose="020B0604030504040204" pitchFamily="34" charset="0"/>
              </a:rPr>
              <a:t>An architectural diagram implies the flow of the system. The flow starts whether the user has an account or not. If the user had an account, it directly takes to the login page and after he logged into the system, it enables the user</a:t>
            </a:r>
            <a:r>
              <a:rPr lang="en-US" sz="2000" dirty="0">
                <a:latin typeface="Verdana" panose="020B0604030504040204" pitchFamily="34" charset="0"/>
                <a:ea typeface="Verdana" panose="020B0604030504040204" pitchFamily="34" charset="0"/>
              </a:rPr>
              <a:t> to assign their important tasks in the to-do dashboard and also has a local file storage to store files .The user can access a secret vault by clicking the logo more than three times to store files encrypted and securely.</a:t>
            </a:r>
            <a:endParaRPr lang="en-IN" sz="2000" dirty="0">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2AD38E-28C0-57BE-ADC6-5E5E7E8AC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a:extLst>
              <a:ext uri="{FF2B5EF4-FFF2-40B4-BE49-F238E27FC236}">
                <a16:creationId xmlns:a16="http://schemas.microsoft.com/office/drawing/2014/main" id="{CB5FD505-DB5B-2121-C49A-7F9C8B91AF4A}"/>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5" name="Picture 2">
            <a:extLst>
              <a:ext uri="{FF2B5EF4-FFF2-40B4-BE49-F238E27FC236}">
                <a16:creationId xmlns:a16="http://schemas.microsoft.com/office/drawing/2014/main" id="{A8995DFA-38F2-5811-3823-BBF3CD0B8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Rounded Corners 5">
            <a:extLst>
              <a:ext uri="{FF2B5EF4-FFF2-40B4-BE49-F238E27FC236}">
                <a16:creationId xmlns:a16="http://schemas.microsoft.com/office/drawing/2014/main" id="{2F09AC38-0C8F-EA72-8E14-F0D62A5977E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6</a:t>
            </a:fld>
            <a:endParaRPr lang="en-US" altLang="en-US" sz="1600" b="1">
              <a:solidFill>
                <a:srgbClr val="FFFFFF"/>
              </a:solidFill>
              <a:latin typeface="Comic Sans MS" panose="030F0702030302020204" pitchFamily="66" charset="0"/>
            </a:endParaRPr>
          </a:p>
        </p:txBody>
      </p:sp>
      <p:sp>
        <p:nvSpPr>
          <p:cNvPr id="7" name="Date Placeholder 7">
            <a:extLst>
              <a:ext uri="{FF2B5EF4-FFF2-40B4-BE49-F238E27FC236}">
                <a16:creationId xmlns:a16="http://schemas.microsoft.com/office/drawing/2014/main" id="{C27B12AA-1373-5E54-1F8E-B8EE5519AC99}"/>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8" name="TextBox 7">
            <a:extLst>
              <a:ext uri="{FF2B5EF4-FFF2-40B4-BE49-F238E27FC236}">
                <a16:creationId xmlns:a16="http://schemas.microsoft.com/office/drawing/2014/main" id="{C28A92B9-B025-5E8F-54C4-5B886BDE3D4F}"/>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9" name="Oval 8">
            <a:extLst>
              <a:ext uri="{FF2B5EF4-FFF2-40B4-BE49-F238E27FC236}">
                <a16:creationId xmlns:a16="http://schemas.microsoft.com/office/drawing/2014/main" id="{DE7F0505-911D-4393-13EC-C443DA783FAD}"/>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0" name="Picture 10" descr="A picture containing text, sign, watch&#10;&#10;Description automatically generated">
            <a:extLst>
              <a:ext uri="{FF2B5EF4-FFF2-40B4-BE49-F238E27FC236}">
                <a16:creationId xmlns:a16="http://schemas.microsoft.com/office/drawing/2014/main" id="{7F7C77A0-3B17-36F2-771E-31C42FA63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F97D5FA1-0BBD-3F23-C6D9-22B63D46A693}"/>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3" name="TextBox 12">
            <a:extLst>
              <a:ext uri="{FF2B5EF4-FFF2-40B4-BE49-F238E27FC236}">
                <a16:creationId xmlns:a16="http://schemas.microsoft.com/office/drawing/2014/main" id="{D6D2A9BC-1346-C123-D9E5-6D3FCB82C90A}"/>
              </a:ext>
            </a:extLst>
          </p:cNvPr>
          <p:cNvSpPr txBox="1"/>
          <p:nvPr/>
        </p:nvSpPr>
        <p:spPr>
          <a:xfrm>
            <a:off x="2627784" y="791248"/>
            <a:ext cx="4588136" cy="461665"/>
          </a:xfrm>
          <a:prstGeom prst="rect">
            <a:avLst/>
          </a:prstGeom>
          <a:noFill/>
        </p:spPr>
        <p:txBody>
          <a:bodyPr wrap="square">
            <a:spAutoFit/>
          </a:bodyPr>
          <a:lstStyle/>
          <a:p>
            <a:r>
              <a:rPr lang="en-US" dirty="0"/>
              <a:t>ARCHITECTURE  DIAGRAM</a:t>
            </a:r>
            <a:endParaRPr lang="en-IN" dirty="0"/>
          </a:p>
        </p:txBody>
      </p:sp>
      <p:pic>
        <p:nvPicPr>
          <p:cNvPr id="16" name="Picture 15">
            <a:extLst>
              <a:ext uri="{FF2B5EF4-FFF2-40B4-BE49-F238E27FC236}">
                <a16:creationId xmlns:a16="http://schemas.microsoft.com/office/drawing/2014/main" id="{8EAC017B-16C3-ACD9-6803-02AD4CDA98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1595" y="1359396"/>
            <a:ext cx="6964359" cy="4980839"/>
          </a:xfrm>
          <a:prstGeom prst="rect">
            <a:avLst/>
          </a:prstGeom>
        </p:spPr>
      </p:pic>
    </p:spTree>
    <p:extLst>
      <p:ext uri="{BB962C8B-B14F-4D97-AF65-F5344CB8AC3E}">
        <p14:creationId xmlns:p14="http://schemas.microsoft.com/office/powerpoint/2010/main" val="2930173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D25FA16-924E-B243-4D2C-EA5A8FE59941}"/>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4" name="Picture 3">
            <a:extLst>
              <a:ext uri="{FF2B5EF4-FFF2-40B4-BE49-F238E27FC236}">
                <a16:creationId xmlns:a16="http://schemas.microsoft.com/office/drawing/2014/main" id="{7A7109A9-9B71-E237-8153-8E6EC43B7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584643F3-3CD5-BB93-30F6-7C13F83946CA}"/>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9D0A5EE1-EC33-0B81-47DE-C544BE24B7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E5A48D06-1772-6489-F53E-8B9842802FC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7</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5A38A82B-C624-7EB1-469F-35E2FCAEAA52}"/>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A24E7E0A-DD78-2C47-7297-CA0E7C5D47E0}"/>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BE838A65-0928-6726-1029-F2D966322D54}"/>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D7EFDBB7-1311-6646-C58C-4C04C8394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68843474-CBF3-5966-C979-DF577C677D75}"/>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4" name="TextBox 13">
            <a:extLst>
              <a:ext uri="{FF2B5EF4-FFF2-40B4-BE49-F238E27FC236}">
                <a16:creationId xmlns:a16="http://schemas.microsoft.com/office/drawing/2014/main" id="{09F8BB70-AD29-9233-13EE-E8135653AD31}"/>
              </a:ext>
            </a:extLst>
          </p:cNvPr>
          <p:cNvSpPr txBox="1"/>
          <p:nvPr/>
        </p:nvSpPr>
        <p:spPr>
          <a:xfrm>
            <a:off x="931194" y="1301186"/>
            <a:ext cx="7961285" cy="3267305"/>
          </a:xfrm>
          <a:prstGeom prst="rect">
            <a:avLst/>
          </a:prstGeom>
          <a:noFill/>
        </p:spPr>
        <p:txBody>
          <a:bodyPr wrap="square">
            <a:spAutoFit/>
          </a:bodyPr>
          <a:lstStyle/>
          <a:p>
            <a:pPr marR="18415" algn="just">
              <a:lnSpc>
                <a:spcPct val="150000"/>
              </a:lnSpc>
            </a:pPr>
            <a:r>
              <a:rPr lang="en-US" sz="2000" b="1" dirty="0">
                <a:effectLst/>
                <a:latin typeface="Verdana" panose="020B0604030504040204" pitchFamily="34" charset="0"/>
                <a:ea typeface="Verdana" panose="020B0604030504040204" pitchFamily="34" charset="0"/>
              </a:rPr>
              <a:t> Modules:</a:t>
            </a:r>
            <a:r>
              <a:rPr lang="en-US" sz="2000" dirty="0">
                <a:effectLst/>
                <a:highlight>
                  <a:srgbClr val="FFFF00"/>
                </a:highlight>
                <a:latin typeface="Verdana" panose="020B0604030504040204" pitchFamily="34" charset="0"/>
                <a:ea typeface="Verdana" panose="020B0604030504040204" pitchFamily="34" charset="0"/>
              </a:rPr>
              <a:t> sample  Module</a:t>
            </a:r>
            <a:endParaRPr lang="en-US" sz="2000" b="1" dirty="0">
              <a:effectLst/>
              <a:latin typeface="Verdana" panose="020B0604030504040204" pitchFamily="34" charset="0"/>
              <a:ea typeface="Verdana" panose="020B0604030504040204" pitchFamily="34" charset="0"/>
            </a:endParaRPr>
          </a:p>
          <a:p>
            <a:pPr marR="18415" algn="just">
              <a:lnSpc>
                <a:spcPct val="150000"/>
              </a:lnSpc>
            </a:pPr>
            <a:r>
              <a:rPr lang="en-US" sz="2000" b="1" dirty="0">
                <a:latin typeface="Verdana" panose="020B0604030504040204" pitchFamily="34" charset="0"/>
                <a:ea typeface="Verdana" panose="020B0604030504040204" pitchFamily="34" charset="0"/>
              </a:rPr>
              <a:t>              </a:t>
            </a:r>
            <a:r>
              <a:rPr lang="en-US" sz="2000" dirty="0">
                <a:effectLst/>
                <a:latin typeface="Verdana" panose="020B0604030504040204" pitchFamily="34" charset="0"/>
                <a:ea typeface="Verdana" panose="020B0604030504040204" pitchFamily="34" charset="0"/>
              </a:rPr>
              <a:t>Listed below gives a description of database document schemas used for the Medical Inventory Management System.</a:t>
            </a:r>
          </a:p>
          <a:p>
            <a:pPr marL="285750" marR="18415" indent="-285750" algn="just">
              <a:lnSpc>
                <a:spcPct val="150000"/>
              </a:lnSpc>
              <a:buFont typeface="Wingdings" panose="05000000000000000000" pitchFamily="2" charset="2"/>
              <a:buChar char="§"/>
            </a:pPr>
            <a:r>
              <a:rPr lang="en-US" sz="2000" b="1" dirty="0">
                <a:latin typeface="Verdana" panose="020B0604030504040204" pitchFamily="34" charset="0"/>
                <a:ea typeface="Verdana" panose="020B0604030504040204" pitchFamily="34" charset="0"/>
              </a:rPr>
              <a:t>      Inventory Description</a:t>
            </a:r>
          </a:p>
          <a:p>
            <a:pPr marL="285750" marR="18415" indent="-285750" algn="just">
              <a:lnSpc>
                <a:spcPct val="150000"/>
              </a:lnSpc>
              <a:buFont typeface="Wingdings" panose="05000000000000000000" pitchFamily="2" charset="2"/>
              <a:buChar char="§"/>
            </a:pPr>
            <a:r>
              <a:rPr lang="en-US" sz="2000" b="1" dirty="0">
                <a:latin typeface="Verdana" panose="020B0604030504040204" pitchFamily="34" charset="0"/>
                <a:ea typeface="Verdana" panose="020B0604030504040204" pitchFamily="34" charset="0"/>
              </a:rPr>
              <a:t>      User Description</a:t>
            </a:r>
          </a:p>
          <a:p>
            <a:pPr marL="285750" marR="18415" indent="-285750" algn="just">
              <a:lnSpc>
                <a:spcPct val="150000"/>
              </a:lnSpc>
              <a:buFont typeface="Wingdings" panose="05000000000000000000" pitchFamily="2" charset="2"/>
              <a:buChar char="§"/>
            </a:pPr>
            <a:r>
              <a:rPr lang="en-US" sz="2000" b="1" dirty="0">
                <a:latin typeface="Verdana" panose="020B0604030504040204" pitchFamily="34" charset="0"/>
                <a:ea typeface="Verdana" panose="020B0604030504040204" pitchFamily="34" charset="0"/>
              </a:rPr>
              <a:t>      Order Description</a:t>
            </a:r>
            <a:endParaRPr lang="en-IN" sz="2000" dirty="0"/>
          </a:p>
        </p:txBody>
      </p:sp>
    </p:spTree>
    <p:extLst>
      <p:ext uri="{BB962C8B-B14F-4D97-AF65-F5344CB8AC3E}">
        <p14:creationId xmlns:p14="http://schemas.microsoft.com/office/powerpoint/2010/main" val="3494793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174B3865-E3ED-48A3-90B3-DDD8FA27AADC}"/>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4" name="Picture 3">
            <a:extLst>
              <a:ext uri="{FF2B5EF4-FFF2-40B4-BE49-F238E27FC236}">
                <a16:creationId xmlns:a16="http://schemas.microsoft.com/office/drawing/2014/main" id="{F87883BD-65F0-D0AB-0CB9-9EBC1E8600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F439C638-F524-808A-6EA6-98A01FDB9EAB}"/>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F6E39DB2-CF2B-686D-1590-21724AEB86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453B3868-3643-C2CF-605F-EABCD705E8FC}"/>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8</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672072E6-F743-CECB-B991-4739B436DC8E}"/>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0C5F2F56-42BD-1A4E-65CF-B03CFB18A633}"/>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86402F42-EF4B-05FE-06A9-757FE8F0308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74D206D9-74D6-D1B7-661C-E0B6B1C8AD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8A04E6CB-724F-424E-7BBB-EA9891F6C4FB}"/>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422EA244-1E29-ACEB-2A02-6A2507421468}"/>
              </a:ext>
            </a:extLst>
          </p:cNvPr>
          <p:cNvSpPr txBox="1"/>
          <p:nvPr/>
        </p:nvSpPr>
        <p:spPr>
          <a:xfrm>
            <a:off x="219899" y="238919"/>
            <a:ext cx="4590046" cy="958980"/>
          </a:xfrm>
          <a:prstGeom prst="rect">
            <a:avLst/>
          </a:prstGeom>
          <a:noFill/>
        </p:spPr>
        <p:txBody>
          <a:bodyPr wrap="square">
            <a:spAutoFit/>
          </a:bodyPr>
          <a:lstStyle/>
          <a:p>
            <a:pPr marR="18415" algn="just">
              <a:lnSpc>
                <a:spcPct val="150000"/>
              </a:lnSpc>
            </a:pPr>
            <a:r>
              <a:rPr lang="en-US" sz="2000" b="1" dirty="0">
                <a:latin typeface="Verdana" panose="020B0604030504040204" pitchFamily="34" charset="0"/>
                <a:ea typeface="Verdana" panose="020B0604030504040204" pitchFamily="34" charset="0"/>
              </a:rPr>
              <a:t> </a:t>
            </a:r>
          </a:p>
          <a:p>
            <a:pPr marR="18415" algn="just">
              <a:lnSpc>
                <a:spcPct val="150000"/>
              </a:lnSpc>
            </a:pPr>
            <a:r>
              <a:rPr lang="en-IN" sz="2000" b="1" dirty="0">
                <a:effectLst/>
                <a:latin typeface="Verdana" panose="020B0604030504040204" pitchFamily="34" charset="0"/>
                <a:ea typeface="Verdana" panose="020B0604030504040204" pitchFamily="34" charset="0"/>
              </a:rPr>
              <a:t>INVENTORY STRUCTURE</a:t>
            </a:r>
            <a:r>
              <a:rPr lang="en-IN" sz="2000" dirty="0">
                <a:effectLst/>
                <a:latin typeface="Verdana" panose="020B0604030504040204" pitchFamily="34" charset="0"/>
                <a:ea typeface="Verdana" panose="020B0604030504040204" pitchFamily="34" charset="0"/>
              </a:rPr>
              <a:t>:</a:t>
            </a:r>
            <a:endParaRPr lang="en-IN" sz="2000" dirty="0"/>
          </a:p>
        </p:txBody>
      </p:sp>
      <p:sp>
        <p:nvSpPr>
          <p:cNvPr id="17" name="TextBox 16">
            <a:extLst>
              <a:ext uri="{FF2B5EF4-FFF2-40B4-BE49-F238E27FC236}">
                <a16:creationId xmlns:a16="http://schemas.microsoft.com/office/drawing/2014/main" id="{09BFD4F5-9F66-FED9-A6CB-F9CD5464C20F}"/>
              </a:ext>
            </a:extLst>
          </p:cNvPr>
          <p:cNvSpPr txBox="1"/>
          <p:nvPr/>
        </p:nvSpPr>
        <p:spPr>
          <a:xfrm>
            <a:off x="998250" y="5145302"/>
            <a:ext cx="7147499" cy="960328"/>
          </a:xfrm>
          <a:prstGeom prst="rect">
            <a:avLst/>
          </a:prstGeom>
          <a:noFill/>
        </p:spPr>
        <p:txBody>
          <a:bodyPr wrap="square">
            <a:spAutoFit/>
          </a:bodyPr>
          <a:lstStyle/>
          <a:p>
            <a:pPr algn="just">
              <a:lnSpc>
                <a:spcPct val="150000"/>
              </a:lnSpc>
              <a:spcAft>
                <a:spcPts val="1000"/>
              </a:spcAft>
            </a:pPr>
            <a:r>
              <a:rPr lang="en-US" sz="2000" dirty="0">
                <a:effectLst/>
                <a:latin typeface="Times New Roman" panose="02020603050405020304" pitchFamily="18" charset="0"/>
                <a:ea typeface="Times New Roman" panose="02020603050405020304" pitchFamily="18" charset="0"/>
              </a:rPr>
              <a:t>The inventory description has the attributes such as the name, id, quantity, amount, manufacture date and expiry date of the product.</a:t>
            </a:r>
            <a:endParaRPr lang="en-IN" sz="2000" dirty="0">
              <a:effectLst/>
              <a:latin typeface="Times New Roman" panose="02020603050405020304" pitchFamily="18" charset="0"/>
              <a:ea typeface="Times New Roman" panose="02020603050405020304" pitchFamily="18" charset="0"/>
            </a:endParaRPr>
          </a:p>
        </p:txBody>
      </p:sp>
      <p:sp>
        <p:nvSpPr>
          <p:cNvPr id="16" name="TextBox 15">
            <a:extLst>
              <a:ext uri="{FF2B5EF4-FFF2-40B4-BE49-F238E27FC236}">
                <a16:creationId xmlns:a16="http://schemas.microsoft.com/office/drawing/2014/main" id="{2339F4F5-B693-95A9-0CB1-786CF594F98E}"/>
              </a:ext>
            </a:extLst>
          </p:cNvPr>
          <p:cNvSpPr txBox="1"/>
          <p:nvPr/>
        </p:nvSpPr>
        <p:spPr>
          <a:xfrm>
            <a:off x="6553069" y="749717"/>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pic>
        <p:nvPicPr>
          <p:cNvPr id="14" name="Picture 13">
            <a:extLst>
              <a:ext uri="{FF2B5EF4-FFF2-40B4-BE49-F238E27FC236}">
                <a16:creationId xmlns:a16="http://schemas.microsoft.com/office/drawing/2014/main" id="{9D3C6B75-52D3-7BD1-3A2F-1B8480D85818}"/>
              </a:ext>
            </a:extLst>
          </p:cNvPr>
          <p:cNvPicPr>
            <a:picLocks noChangeAspect="1"/>
          </p:cNvPicPr>
          <p:nvPr/>
        </p:nvPicPr>
        <p:blipFill>
          <a:blip r:embed="rId4"/>
          <a:stretch>
            <a:fillRect/>
          </a:stretch>
        </p:blipFill>
        <p:spPr>
          <a:xfrm>
            <a:off x="1447800" y="1619955"/>
            <a:ext cx="6063010" cy="3123369"/>
          </a:xfrm>
          <a:prstGeom prst="rect">
            <a:avLst/>
          </a:prstGeom>
        </p:spPr>
      </p:pic>
    </p:spTree>
    <p:extLst>
      <p:ext uri="{BB962C8B-B14F-4D97-AF65-F5344CB8AC3E}">
        <p14:creationId xmlns:p14="http://schemas.microsoft.com/office/powerpoint/2010/main" val="2946455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F3BF9B-213B-BDE8-A80F-FF026978F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D0E52748-2BD6-5161-0DA3-67B9F03A9413}"/>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FCD7998F-DBEC-2A2E-4FC2-FFE6F0D9E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9B36B091-1614-AB33-FAE3-95856BE245FC}"/>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9</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BB8532FA-B839-1627-B3F4-896640ED3CFF}"/>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1C9F81C0-2914-F848-6631-69DF603EB3B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B6A8A2A0-B0F8-0658-4F69-D2E57A829ED6}"/>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DD79BF98-7594-EB72-3C6D-366622DE17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7DE6D142-4F87-8DD9-E0A8-C90292482D1C}"/>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3" name="Table 12">
            <a:extLst>
              <a:ext uri="{FF2B5EF4-FFF2-40B4-BE49-F238E27FC236}">
                <a16:creationId xmlns:a16="http://schemas.microsoft.com/office/drawing/2014/main" id="{F147FE40-99D7-FA29-E175-99B411B67774}"/>
              </a:ext>
            </a:extLst>
          </p:cNvPr>
          <p:cNvGraphicFramePr>
            <a:graphicFrameLocks noGrp="1"/>
          </p:cNvGraphicFramePr>
          <p:nvPr>
            <p:extLst>
              <p:ext uri="{D42A27DB-BD31-4B8C-83A1-F6EECF244321}">
                <p14:modId xmlns:p14="http://schemas.microsoft.com/office/powerpoint/2010/main" val="4205796194"/>
              </p:ext>
            </p:extLst>
          </p:nvPr>
        </p:nvGraphicFramePr>
        <p:xfrm>
          <a:off x="884702" y="2354096"/>
          <a:ext cx="7147500" cy="1390650"/>
        </p:xfrm>
        <a:graphic>
          <a:graphicData uri="http://schemas.openxmlformats.org/drawingml/2006/table">
            <a:tbl>
              <a:tblPr firstRow="1" firstCol="1" bandRow="1">
                <a:tableStyleId>{5C22544A-7EE6-4342-B048-85BDC9FD1C3A}</a:tableStyleId>
              </a:tblPr>
              <a:tblGrid>
                <a:gridCol w="1297986">
                  <a:extLst>
                    <a:ext uri="{9D8B030D-6E8A-4147-A177-3AD203B41FA5}">
                      <a16:colId xmlns:a16="http://schemas.microsoft.com/office/drawing/2014/main" val="3799902681"/>
                    </a:ext>
                  </a:extLst>
                </a:gridCol>
                <a:gridCol w="966342">
                  <a:extLst>
                    <a:ext uri="{9D8B030D-6E8A-4147-A177-3AD203B41FA5}">
                      <a16:colId xmlns:a16="http://schemas.microsoft.com/office/drawing/2014/main" val="445689435"/>
                    </a:ext>
                  </a:extLst>
                </a:gridCol>
                <a:gridCol w="1889799">
                  <a:extLst>
                    <a:ext uri="{9D8B030D-6E8A-4147-A177-3AD203B41FA5}">
                      <a16:colId xmlns:a16="http://schemas.microsoft.com/office/drawing/2014/main" val="1705461764"/>
                    </a:ext>
                  </a:extLst>
                </a:gridCol>
                <a:gridCol w="2993373">
                  <a:extLst>
                    <a:ext uri="{9D8B030D-6E8A-4147-A177-3AD203B41FA5}">
                      <a16:colId xmlns:a16="http://schemas.microsoft.com/office/drawing/2014/main" val="1003755418"/>
                    </a:ext>
                  </a:extLst>
                </a:gridCol>
              </a:tblGrid>
              <a:tr h="393065">
                <a:tc>
                  <a:txBody>
                    <a:bodyPr/>
                    <a:lstStyle/>
                    <a:p>
                      <a:pPr marR="18415" algn="just"/>
                      <a:r>
                        <a:rPr lang="en-US" sz="1200">
                          <a:effectLst/>
                        </a:rPr>
                        <a:t>Attribute Name</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r>
                        <a:rPr lang="en-US" sz="1200">
                          <a:effectLst/>
                        </a:rPr>
                        <a:t>Type</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r>
                        <a:rPr lang="en-US" sz="1200">
                          <a:effectLst/>
                        </a:rPr>
                        <a:t>Constraint(s)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r>
                        <a:rPr lang="en-US" sz="1200">
                          <a:effectLst/>
                        </a:rPr>
                        <a:t>Description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extLst>
                  <a:ext uri="{0D108BD9-81ED-4DB2-BD59-A6C34878D82A}">
                    <a16:rowId xmlns:a16="http://schemas.microsoft.com/office/drawing/2014/main" val="1227971116"/>
                  </a:ext>
                </a:extLst>
              </a:tr>
              <a:tr h="327025">
                <a:tc>
                  <a:txBody>
                    <a:bodyPr/>
                    <a:lstStyle/>
                    <a:p>
                      <a:pPr marR="18415" algn="just">
                        <a:spcBef>
                          <a:spcPts val="400"/>
                        </a:spcBef>
                        <a:spcAft>
                          <a:spcPts val="400"/>
                        </a:spcAft>
                      </a:pPr>
                      <a:r>
                        <a:rPr lang="en-US" sz="1200">
                          <a:effectLst/>
                        </a:rPr>
                        <a:t>Name</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String</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Required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Name of the user</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extLst>
                  <a:ext uri="{0D108BD9-81ED-4DB2-BD59-A6C34878D82A}">
                    <a16:rowId xmlns:a16="http://schemas.microsoft.com/office/drawing/2014/main" val="3443284943"/>
                  </a:ext>
                </a:extLst>
              </a:tr>
              <a:tr h="335280">
                <a:tc>
                  <a:txBody>
                    <a:bodyPr/>
                    <a:lstStyle/>
                    <a:p>
                      <a:pPr marR="18415" algn="just">
                        <a:spcBef>
                          <a:spcPts val="400"/>
                        </a:spcBef>
                        <a:spcAft>
                          <a:spcPts val="400"/>
                        </a:spcAft>
                      </a:pPr>
                      <a:r>
                        <a:rPr lang="en-US" sz="1200">
                          <a:effectLst/>
                        </a:rPr>
                        <a:t>Email</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String</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Required</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Mail id of the user</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extLst>
                  <a:ext uri="{0D108BD9-81ED-4DB2-BD59-A6C34878D82A}">
                    <a16:rowId xmlns:a16="http://schemas.microsoft.com/office/drawing/2014/main" val="2946354294"/>
                  </a:ext>
                </a:extLst>
              </a:tr>
              <a:tr h="335280">
                <a:tc>
                  <a:txBody>
                    <a:bodyPr/>
                    <a:lstStyle/>
                    <a:p>
                      <a:pPr marR="18415" algn="just">
                        <a:spcBef>
                          <a:spcPts val="400"/>
                        </a:spcBef>
                        <a:spcAft>
                          <a:spcPts val="400"/>
                        </a:spcAft>
                      </a:pPr>
                      <a:r>
                        <a:rPr lang="en-US" sz="1200">
                          <a:effectLst/>
                        </a:rPr>
                        <a:t>Password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String</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a:effectLst/>
                        </a:rPr>
                        <a:t>Required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R="18415" algn="just">
                        <a:spcBef>
                          <a:spcPts val="400"/>
                        </a:spcBef>
                        <a:spcAft>
                          <a:spcPts val="400"/>
                        </a:spcAft>
                      </a:pPr>
                      <a:r>
                        <a:rPr lang="en-US" sz="1200" dirty="0">
                          <a:effectLst/>
                        </a:rPr>
                        <a:t>Password of the user</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extLst>
                  <a:ext uri="{0D108BD9-81ED-4DB2-BD59-A6C34878D82A}">
                    <a16:rowId xmlns:a16="http://schemas.microsoft.com/office/drawing/2014/main" val="2782047655"/>
                  </a:ext>
                </a:extLst>
              </a:tr>
            </a:tbl>
          </a:graphicData>
        </a:graphic>
      </p:graphicFrame>
      <p:sp>
        <p:nvSpPr>
          <p:cNvPr id="15" name="TextBox 14">
            <a:extLst>
              <a:ext uri="{FF2B5EF4-FFF2-40B4-BE49-F238E27FC236}">
                <a16:creationId xmlns:a16="http://schemas.microsoft.com/office/drawing/2014/main" id="{16DE7DFE-FA98-AE5F-1D98-257FF6868104}"/>
              </a:ext>
            </a:extLst>
          </p:cNvPr>
          <p:cNvSpPr txBox="1"/>
          <p:nvPr/>
        </p:nvSpPr>
        <p:spPr>
          <a:xfrm>
            <a:off x="943771" y="1402233"/>
            <a:ext cx="4590046" cy="491738"/>
          </a:xfrm>
          <a:prstGeom prst="rect">
            <a:avLst/>
          </a:prstGeom>
          <a:noFill/>
        </p:spPr>
        <p:txBody>
          <a:bodyPr wrap="square">
            <a:spAutoFit/>
          </a:bodyPr>
          <a:lstStyle/>
          <a:p>
            <a:pPr algn="just">
              <a:lnSpc>
                <a:spcPct val="147000"/>
              </a:lnSpc>
              <a:spcAft>
                <a:spcPts val="1000"/>
              </a:spcAft>
            </a:pPr>
            <a:r>
              <a:rPr lang="en-US" sz="2000" b="1" dirty="0">
                <a:effectLst/>
                <a:latin typeface="Times New Roman" panose="02020603050405020304" pitchFamily="18" charset="0"/>
                <a:ea typeface="Times New Roman" panose="02020603050405020304" pitchFamily="18" charset="0"/>
              </a:rPr>
              <a:t>User Structure</a:t>
            </a:r>
            <a:endParaRPr lang="en-IN" sz="2000" dirty="0">
              <a:effectLst/>
              <a:latin typeface="Times New Roman" panose="02020603050405020304" pitchFamily="18" charset="0"/>
              <a:ea typeface="Times New Roman" panose="02020603050405020304" pitchFamily="18" charset="0"/>
            </a:endParaRPr>
          </a:p>
        </p:txBody>
      </p:sp>
      <p:sp>
        <p:nvSpPr>
          <p:cNvPr id="19" name="TextBox 18">
            <a:extLst>
              <a:ext uri="{FF2B5EF4-FFF2-40B4-BE49-F238E27FC236}">
                <a16:creationId xmlns:a16="http://schemas.microsoft.com/office/drawing/2014/main" id="{B477B911-8756-A0B5-A2C9-EA92967CA9CD}"/>
              </a:ext>
            </a:extLst>
          </p:cNvPr>
          <p:cNvSpPr txBox="1"/>
          <p:nvPr/>
        </p:nvSpPr>
        <p:spPr>
          <a:xfrm>
            <a:off x="884702" y="4054744"/>
            <a:ext cx="7147500" cy="960328"/>
          </a:xfrm>
          <a:prstGeom prst="rect">
            <a:avLst/>
          </a:prstGeom>
          <a:noFill/>
        </p:spPr>
        <p:txBody>
          <a:bodyPr wrap="square">
            <a:spAutoFit/>
          </a:bodyPr>
          <a:lstStyle/>
          <a:p>
            <a:pPr marR="15240" algn="just">
              <a:lnSpc>
                <a:spcPct val="150000"/>
              </a:lnSpc>
              <a:spcAft>
                <a:spcPts val="1000"/>
              </a:spcAft>
            </a:pPr>
            <a:r>
              <a:rPr lang="en-US" sz="2000" dirty="0">
                <a:effectLst/>
                <a:latin typeface="Times New Roman" panose="02020603050405020304" pitchFamily="18" charset="0"/>
                <a:ea typeface="Calibri" panose="020F0502020204030204" pitchFamily="34" charset="0"/>
              </a:rPr>
              <a:t>The user structure has the description required for the user and has the attributes such as the name, password and the email for the user.</a:t>
            </a:r>
            <a:endParaRPr lang="en-IN" sz="2000" dirty="0">
              <a:effectLst/>
              <a:latin typeface="Times New Roman" panose="02020603050405020304" pitchFamily="18" charset="0"/>
              <a:ea typeface="Times New Roman" panose="02020603050405020304" pitchFamily="18" charset="0"/>
            </a:endParaRPr>
          </a:p>
        </p:txBody>
      </p:sp>
      <p:sp>
        <p:nvSpPr>
          <p:cNvPr id="16" name="TextBox 15">
            <a:extLst>
              <a:ext uri="{FF2B5EF4-FFF2-40B4-BE49-F238E27FC236}">
                <a16:creationId xmlns:a16="http://schemas.microsoft.com/office/drawing/2014/main" id="{88D8A13E-E0F9-9856-C701-7CB576B3422F}"/>
              </a:ext>
            </a:extLst>
          </p:cNvPr>
          <p:cNvSpPr txBox="1"/>
          <p:nvPr/>
        </p:nvSpPr>
        <p:spPr>
          <a:xfrm>
            <a:off x="4623995" y="1180737"/>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spTree>
    <p:extLst>
      <p:ext uri="{BB962C8B-B14F-4D97-AF65-F5344CB8AC3E}">
        <p14:creationId xmlns:p14="http://schemas.microsoft.com/office/powerpoint/2010/main" val="3290552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CD9400E7-5B11-1AF9-D4FF-C8E29A04C7EB}"/>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4" name="Picture 3">
            <a:extLst>
              <a:ext uri="{FF2B5EF4-FFF2-40B4-BE49-F238E27FC236}">
                <a16:creationId xmlns:a16="http://schemas.microsoft.com/office/drawing/2014/main" id="{F5EF9931-09F7-9305-53FD-388885D26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16FFE706-9143-C54E-571E-319EA74DE8F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78488513-DA66-F3A4-0FCE-54355408C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96EE266B-3409-02CC-DAB2-8036DFCB8B41}"/>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10</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3E23D126-B6BE-5B40-E21B-688A975B74A0}"/>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0766432D-4FD0-0E4B-80B1-F3C0A80CCF28}"/>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A412909E-6111-D0B3-E5EE-2718294EF909}"/>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12D70AFE-CC3F-1AD8-DF8D-1D2C348A07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C0397C0-05E2-2AC1-6469-D54FC10CA358}"/>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4" name="TextBox 13">
            <a:extLst>
              <a:ext uri="{FF2B5EF4-FFF2-40B4-BE49-F238E27FC236}">
                <a16:creationId xmlns:a16="http://schemas.microsoft.com/office/drawing/2014/main" id="{3141B711-B49A-1F96-AA65-F76DCBE82C6D}"/>
              </a:ext>
            </a:extLst>
          </p:cNvPr>
          <p:cNvSpPr txBox="1"/>
          <p:nvPr/>
        </p:nvSpPr>
        <p:spPr>
          <a:xfrm>
            <a:off x="663552" y="1416218"/>
            <a:ext cx="4590046" cy="1015663"/>
          </a:xfrm>
          <a:prstGeom prst="rect">
            <a:avLst/>
          </a:prstGeom>
          <a:noFill/>
        </p:spPr>
        <p:txBody>
          <a:bodyPr wrap="square">
            <a:spAutoFit/>
          </a:bodyPr>
          <a:lstStyle/>
          <a:p>
            <a:r>
              <a:rPr lang="en-US" sz="2000" b="1" dirty="0">
                <a:effectLst/>
                <a:latin typeface="Verdana" panose="020B0604030504040204" pitchFamily="34" charset="0"/>
                <a:ea typeface="Verdana" panose="020B0604030504040204" pitchFamily="34" charset="0"/>
              </a:rPr>
              <a:t>LOW LEVEL DESIGN</a:t>
            </a:r>
          </a:p>
          <a:p>
            <a:endParaRPr lang="en-US" sz="2000" b="1" dirty="0">
              <a:latin typeface="Verdana" panose="020B0604030504040204" pitchFamily="34" charset="0"/>
              <a:ea typeface="Verdana" panose="020B0604030504040204" pitchFamily="34" charset="0"/>
            </a:endParaRPr>
          </a:p>
          <a:p>
            <a:r>
              <a:rPr lang="en-US" sz="2000" b="1" dirty="0">
                <a:latin typeface="Verdana" panose="020B0604030504040204" pitchFamily="34" charset="0"/>
                <a:ea typeface="Verdana" panose="020B0604030504040204" pitchFamily="34" charset="0"/>
              </a:rPr>
              <a:t>Login Details:</a:t>
            </a:r>
            <a:endParaRPr lang="en-IN" sz="2000" dirty="0">
              <a:latin typeface="Verdana" panose="020B0604030504040204" pitchFamily="34" charset="0"/>
              <a:ea typeface="Verdana" panose="020B0604030504040204" pitchFamily="34" charset="0"/>
            </a:endParaRPr>
          </a:p>
        </p:txBody>
      </p:sp>
      <p:graphicFrame>
        <p:nvGraphicFramePr>
          <p:cNvPr id="15" name="Table 14">
            <a:extLst>
              <a:ext uri="{FF2B5EF4-FFF2-40B4-BE49-F238E27FC236}">
                <a16:creationId xmlns:a16="http://schemas.microsoft.com/office/drawing/2014/main" id="{0E529DB6-9BCC-11CF-B2A5-4D7BBF04CF50}"/>
              </a:ext>
            </a:extLst>
          </p:cNvPr>
          <p:cNvGraphicFramePr>
            <a:graphicFrameLocks noGrp="1"/>
          </p:cNvGraphicFramePr>
          <p:nvPr>
            <p:extLst>
              <p:ext uri="{D42A27DB-BD31-4B8C-83A1-F6EECF244321}">
                <p14:modId xmlns:p14="http://schemas.microsoft.com/office/powerpoint/2010/main" val="1877303259"/>
              </p:ext>
            </p:extLst>
          </p:nvPr>
        </p:nvGraphicFramePr>
        <p:xfrm>
          <a:off x="1043608" y="2801770"/>
          <a:ext cx="6912768" cy="2640010"/>
        </p:xfrm>
        <a:graphic>
          <a:graphicData uri="http://schemas.openxmlformats.org/drawingml/2006/table">
            <a:tbl>
              <a:tblPr firstRow="1" firstCol="1" bandRow="1">
                <a:tableStyleId>{5C22544A-7EE6-4342-B048-85BDC9FD1C3A}</a:tableStyleId>
              </a:tblPr>
              <a:tblGrid>
                <a:gridCol w="1746645">
                  <a:extLst>
                    <a:ext uri="{9D8B030D-6E8A-4147-A177-3AD203B41FA5}">
                      <a16:colId xmlns:a16="http://schemas.microsoft.com/office/drawing/2014/main" val="769590187"/>
                    </a:ext>
                  </a:extLst>
                </a:gridCol>
                <a:gridCol w="5166123">
                  <a:extLst>
                    <a:ext uri="{9D8B030D-6E8A-4147-A177-3AD203B41FA5}">
                      <a16:colId xmlns:a16="http://schemas.microsoft.com/office/drawing/2014/main" val="2815082303"/>
                    </a:ext>
                  </a:extLst>
                </a:gridCol>
              </a:tblGrid>
              <a:tr h="346922">
                <a:tc>
                  <a:txBody>
                    <a:bodyPr/>
                    <a:lstStyle/>
                    <a:p>
                      <a:pPr marR="18415" algn="just">
                        <a:spcBef>
                          <a:spcPts val="400"/>
                        </a:spcBef>
                        <a:spcAft>
                          <a:spcPts val="400"/>
                        </a:spcAft>
                      </a:pPr>
                      <a:r>
                        <a:rPr lang="en-US" sz="1200">
                          <a:effectLst/>
                        </a:rPr>
                        <a:t>Files used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Login.ts, login.html, login.css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740814553"/>
                  </a:ext>
                </a:extLst>
              </a:tr>
              <a:tr h="327584">
                <a:tc>
                  <a:txBody>
                    <a:bodyPr/>
                    <a:lstStyle/>
                    <a:p>
                      <a:pPr marR="18415" algn="just">
                        <a:spcBef>
                          <a:spcPts val="400"/>
                        </a:spcBef>
                        <a:spcAft>
                          <a:spcPts val="400"/>
                        </a:spcAft>
                      </a:pPr>
                      <a:r>
                        <a:rPr lang="en-US" sz="1200">
                          <a:effectLst/>
                        </a:rPr>
                        <a:t>Short Description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Allows the user to login to the application</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922442535"/>
                  </a:ext>
                </a:extLst>
              </a:tr>
              <a:tr h="327584">
                <a:tc>
                  <a:txBody>
                    <a:bodyPr/>
                    <a:lstStyle/>
                    <a:p>
                      <a:pPr marR="18415" algn="just">
                        <a:spcBef>
                          <a:spcPts val="400"/>
                        </a:spcBef>
                        <a:spcAft>
                          <a:spcPts val="400"/>
                        </a:spcAft>
                      </a:pPr>
                      <a:r>
                        <a:rPr lang="en-US" sz="1200">
                          <a:effectLst/>
                        </a:rPr>
                        <a:t>Arguments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Username, Password</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472643656"/>
                  </a:ext>
                </a:extLst>
              </a:tr>
              <a:tr h="327584">
                <a:tc>
                  <a:txBody>
                    <a:bodyPr/>
                    <a:lstStyle/>
                    <a:p>
                      <a:pPr marR="18415" algn="just">
                        <a:spcBef>
                          <a:spcPts val="400"/>
                        </a:spcBef>
                        <a:spcAft>
                          <a:spcPts val="400"/>
                        </a:spcAft>
                      </a:pPr>
                      <a:r>
                        <a:rPr lang="en-US" sz="1200">
                          <a:effectLst/>
                        </a:rPr>
                        <a:t>Return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Success/Failure in login</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186626686"/>
                  </a:ext>
                </a:extLst>
              </a:tr>
              <a:tr h="327584">
                <a:tc>
                  <a:txBody>
                    <a:bodyPr/>
                    <a:lstStyle/>
                    <a:p>
                      <a:pPr marR="18415" algn="just">
                        <a:spcBef>
                          <a:spcPts val="400"/>
                        </a:spcBef>
                        <a:spcAft>
                          <a:spcPts val="400"/>
                        </a:spcAft>
                      </a:pPr>
                      <a:r>
                        <a:rPr lang="en-US" sz="1200">
                          <a:effectLst/>
                        </a:rPr>
                        <a:t>Pre-Condition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The user must have an account</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305791428"/>
                  </a:ext>
                </a:extLst>
              </a:tr>
              <a:tr h="327584">
                <a:tc>
                  <a:txBody>
                    <a:bodyPr/>
                    <a:lstStyle/>
                    <a:p>
                      <a:pPr marR="18415" algn="just">
                        <a:spcBef>
                          <a:spcPts val="400"/>
                        </a:spcBef>
                        <a:spcAft>
                          <a:spcPts val="400"/>
                        </a:spcAft>
                      </a:pPr>
                      <a:r>
                        <a:rPr lang="en-US" sz="1200">
                          <a:effectLst/>
                        </a:rPr>
                        <a:t>Post-Condition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The home page will be displayed</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535986540"/>
                  </a:ext>
                </a:extLst>
              </a:tr>
              <a:tr h="327584">
                <a:tc>
                  <a:txBody>
                    <a:bodyPr/>
                    <a:lstStyle/>
                    <a:p>
                      <a:pPr marR="18415" algn="just">
                        <a:spcBef>
                          <a:spcPts val="400"/>
                        </a:spcBef>
                        <a:spcAft>
                          <a:spcPts val="400"/>
                        </a:spcAft>
                      </a:pPr>
                      <a:r>
                        <a:rPr lang="en-US" sz="1200">
                          <a:effectLst/>
                        </a:rPr>
                        <a:t>Exception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Invalid username and password</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638292673"/>
                  </a:ext>
                </a:extLst>
              </a:tr>
              <a:tr h="327584">
                <a:tc>
                  <a:txBody>
                    <a:bodyPr/>
                    <a:lstStyle/>
                    <a:p>
                      <a:pPr marR="18415" algn="just">
                        <a:spcBef>
                          <a:spcPts val="400"/>
                        </a:spcBef>
                        <a:spcAft>
                          <a:spcPts val="400"/>
                        </a:spcAft>
                      </a:pPr>
                      <a:r>
                        <a:rPr lang="en-US" sz="1200">
                          <a:effectLst/>
                        </a:rPr>
                        <a:t>Actor</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Admin and users</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577968042"/>
                  </a:ext>
                </a:extLst>
              </a:tr>
            </a:tbl>
          </a:graphicData>
        </a:graphic>
      </p:graphicFrame>
      <p:sp>
        <p:nvSpPr>
          <p:cNvPr id="16" name="TextBox 15">
            <a:extLst>
              <a:ext uri="{FF2B5EF4-FFF2-40B4-BE49-F238E27FC236}">
                <a16:creationId xmlns:a16="http://schemas.microsoft.com/office/drawing/2014/main" id="{EC38DECC-36CD-D371-7CBC-9B053B52D2C9}"/>
              </a:ext>
            </a:extLst>
          </p:cNvPr>
          <p:cNvSpPr txBox="1"/>
          <p:nvPr/>
        </p:nvSpPr>
        <p:spPr>
          <a:xfrm>
            <a:off x="4483137" y="1695829"/>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spTree>
    <p:extLst>
      <p:ext uri="{BB962C8B-B14F-4D97-AF65-F5344CB8AC3E}">
        <p14:creationId xmlns:p14="http://schemas.microsoft.com/office/powerpoint/2010/main" val="2568856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13EE10D0-ECE1-FE0E-C0E8-E5DE3D8C435B}"/>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4" name="Picture 3">
            <a:extLst>
              <a:ext uri="{FF2B5EF4-FFF2-40B4-BE49-F238E27FC236}">
                <a16:creationId xmlns:a16="http://schemas.microsoft.com/office/drawing/2014/main" id="{A4D8DF52-AB28-9FCF-A6ED-48276E9AE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FEFE2A82-5657-9F81-C5E8-39C36AB400FA}"/>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A28DF6CC-D3DA-0171-B894-71DF1EE94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0009B904-8580-F158-15E4-BB42C6709FD4}"/>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11</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9F050DEF-7CCF-2E46-9281-62648CBE32D4}"/>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C5F9E661-3F8A-4944-7AED-E6FEE16DB165}"/>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7EB6A199-6301-CB64-5E5E-3BBEB66B6CEF}"/>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637A948E-5017-7030-9CE1-6B88FF013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769380C9-B56D-043F-0144-D8047F314951}"/>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4" name="TextBox 13">
            <a:extLst>
              <a:ext uri="{FF2B5EF4-FFF2-40B4-BE49-F238E27FC236}">
                <a16:creationId xmlns:a16="http://schemas.microsoft.com/office/drawing/2014/main" id="{B1F5EFAF-6181-84E7-CFAF-E21592505BAE}"/>
              </a:ext>
            </a:extLst>
          </p:cNvPr>
          <p:cNvSpPr txBox="1"/>
          <p:nvPr/>
        </p:nvSpPr>
        <p:spPr>
          <a:xfrm>
            <a:off x="685800" y="1535082"/>
            <a:ext cx="4590046" cy="400110"/>
          </a:xfrm>
          <a:prstGeom prst="rect">
            <a:avLst/>
          </a:prstGeom>
          <a:noFill/>
        </p:spPr>
        <p:txBody>
          <a:bodyPr wrap="square">
            <a:spAutoFit/>
          </a:bodyPr>
          <a:lstStyle/>
          <a:p>
            <a:r>
              <a:rPr lang="en-US" sz="2000" b="1" dirty="0">
                <a:latin typeface="Verdana" panose="020B0604030504040204" pitchFamily="34" charset="0"/>
                <a:ea typeface="Verdana" panose="020B0604030504040204" pitchFamily="34" charset="0"/>
              </a:rPr>
              <a:t>SIGNUP DETAILS:</a:t>
            </a:r>
            <a:endParaRPr lang="en-IN" sz="2000" dirty="0">
              <a:latin typeface="Verdana" panose="020B0604030504040204" pitchFamily="34" charset="0"/>
              <a:ea typeface="Verdana" panose="020B0604030504040204" pitchFamily="34" charset="0"/>
            </a:endParaRPr>
          </a:p>
        </p:txBody>
      </p:sp>
      <p:graphicFrame>
        <p:nvGraphicFramePr>
          <p:cNvPr id="15" name="Table 14">
            <a:extLst>
              <a:ext uri="{FF2B5EF4-FFF2-40B4-BE49-F238E27FC236}">
                <a16:creationId xmlns:a16="http://schemas.microsoft.com/office/drawing/2014/main" id="{56C24807-1CE1-582E-D283-990D42145BC7}"/>
              </a:ext>
            </a:extLst>
          </p:cNvPr>
          <p:cNvGraphicFramePr>
            <a:graphicFrameLocks noGrp="1"/>
          </p:cNvGraphicFramePr>
          <p:nvPr>
            <p:extLst>
              <p:ext uri="{D42A27DB-BD31-4B8C-83A1-F6EECF244321}">
                <p14:modId xmlns:p14="http://schemas.microsoft.com/office/powerpoint/2010/main" val="3489761368"/>
              </p:ext>
            </p:extLst>
          </p:nvPr>
        </p:nvGraphicFramePr>
        <p:xfrm>
          <a:off x="919163" y="2324160"/>
          <a:ext cx="6749181" cy="2771685"/>
        </p:xfrm>
        <a:graphic>
          <a:graphicData uri="http://schemas.openxmlformats.org/drawingml/2006/table">
            <a:tbl>
              <a:tblPr firstRow="1" firstCol="1" bandRow="1">
                <a:tableStyleId>{5C22544A-7EE6-4342-B048-85BDC9FD1C3A}</a:tableStyleId>
              </a:tblPr>
              <a:tblGrid>
                <a:gridCol w="1705312">
                  <a:extLst>
                    <a:ext uri="{9D8B030D-6E8A-4147-A177-3AD203B41FA5}">
                      <a16:colId xmlns:a16="http://schemas.microsoft.com/office/drawing/2014/main" val="826380079"/>
                    </a:ext>
                  </a:extLst>
                </a:gridCol>
                <a:gridCol w="5043869">
                  <a:extLst>
                    <a:ext uri="{9D8B030D-6E8A-4147-A177-3AD203B41FA5}">
                      <a16:colId xmlns:a16="http://schemas.microsoft.com/office/drawing/2014/main" val="3298696849"/>
                    </a:ext>
                  </a:extLst>
                </a:gridCol>
              </a:tblGrid>
              <a:tr h="364224">
                <a:tc>
                  <a:txBody>
                    <a:bodyPr/>
                    <a:lstStyle/>
                    <a:p>
                      <a:pPr marR="18415" algn="just">
                        <a:spcBef>
                          <a:spcPts val="400"/>
                        </a:spcBef>
                        <a:spcAft>
                          <a:spcPts val="400"/>
                        </a:spcAft>
                      </a:pPr>
                      <a:r>
                        <a:rPr lang="en-US" sz="1200">
                          <a:effectLst/>
                        </a:rPr>
                        <a:t>Files used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Signup.ts, signup.html, signup.css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798775149"/>
                  </a:ext>
                </a:extLst>
              </a:tr>
              <a:tr h="343923">
                <a:tc>
                  <a:txBody>
                    <a:bodyPr/>
                    <a:lstStyle/>
                    <a:p>
                      <a:pPr marR="18415" algn="just">
                        <a:spcBef>
                          <a:spcPts val="400"/>
                        </a:spcBef>
                        <a:spcAft>
                          <a:spcPts val="400"/>
                        </a:spcAft>
                      </a:pPr>
                      <a:r>
                        <a:rPr lang="en-US" sz="1200">
                          <a:effectLst/>
                        </a:rPr>
                        <a:t>Short Description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Allows the user to signup to the application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447244891"/>
                  </a:ext>
                </a:extLst>
              </a:tr>
              <a:tr h="343923">
                <a:tc>
                  <a:txBody>
                    <a:bodyPr/>
                    <a:lstStyle/>
                    <a:p>
                      <a:pPr marR="18415" algn="just">
                        <a:spcBef>
                          <a:spcPts val="400"/>
                        </a:spcBef>
                        <a:spcAft>
                          <a:spcPts val="400"/>
                        </a:spcAft>
                      </a:pPr>
                      <a:r>
                        <a:rPr lang="en-US" sz="1200">
                          <a:effectLst/>
                        </a:rPr>
                        <a:t>Arguments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Username, Password,email</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614411029"/>
                  </a:ext>
                </a:extLst>
              </a:tr>
              <a:tr h="343923">
                <a:tc>
                  <a:txBody>
                    <a:bodyPr/>
                    <a:lstStyle/>
                    <a:p>
                      <a:pPr marR="18415" algn="just">
                        <a:spcBef>
                          <a:spcPts val="400"/>
                        </a:spcBef>
                        <a:spcAft>
                          <a:spcPts val="400"/>
                        </a:spcAft>
                      </a:pPr>
                      <a:r>
                        <a:rPr lang="en-US" sz="1200">
                          <a:effectLst/>
                        </a:rPr>
                        <a:t>Return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Success/Failure in is signup</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410740980"/>
                  </a:ext>
                </a:extLst>
              </a:tr>
              <a:tr h="343923">
                <a:tc>
                  <a:txBody>
                    <a:bodyPr/>
                    <a:lstStyle/>
                    <a:p>
                      <a:pPr marR="18415" algn="just">
                        <a:spcBef>
                          <a:spcPts val="400"/>
                        </a:spcBef>
                        <a:spcAft>
                          <a:spcPts val="400"/>
                        </a:spcAft>
                      </a:pPr>
                      <a:r>
                        <a:rPr lang="en-US" sz="1200">
                          <a:effectLst/>
                        </a:rPr>
                        <a:t>Pre-Condition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Anyone register in the application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4134631783"/>
                  </a:ext>
                </a:extLst>
              </a:tr>
              <a:tr h="343923">
                <a:tc>
                  <a:txBody>
                    <a:bodyPr/>
                    <a:lstStyle/>
                    <a:p>
                      <a:pPr marR="18415" algn="just">
                        <a:spcBef>
                          <a:spcPts val="400"/>
                        </a:spcBef>
                        <a:spcAft>
                          <a:spcPts val="400"/>
                        </a:spcAft>
                      </a:pPr>
                      <a:r>
                        <a:rPr lang="en-US" sz="1200">
                          <a:effectLst/>
                        </a:rPr>
                        <a:t>Post-Condition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User registered successfully</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787082221"/>
                  </a:ext>
                </a:extLst>
              </a:tr>
              <a:tr h="343923">
                <a:tc>
                  <a:txBody>
                    <a:bodyPr/>
                    <a:lstStyle/>
                    <a:p>
                      <a:pPr marR="18415" algn="just">
                        <a:spcBef>
                          <a:spcPts val="400"/>
                        </a:spcBef>
                        <a:spcAft>
                          <a:spcPts val="400"/>
                        </a:spcAft>
                      </a:pPr>
                      <a:r>
                        <a:rPr lang="en-US" sz="1200">
                          <a:effectLst/>
                        </a:rPr>
                        <a:t>Exception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Invalid email, username and password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411778001"/>
                  </a:ext>
                </a:extLst>
              </a:tr>
              <a:tr h="343923">
                <a:tc>
                  <a:txBody>
                    <a:bodyPr/>
                    <a:lstStyle/>
                    <a:p>
                      <a:pPr marR="18415" algn="just">
                        <a:spcBef>
                          <a:spcPts val="400"/>
                        </a:spcBef>
                        <a:spcAft>
                          <a:spcPts val="400"/>
                        </a:spcAft>
                      </a:pPr>
                      <a:r>
                        <a:rPr lang="en-US" sz="1200">
                          <a:effectLst/>
                        </a:rPr>
                        <a:t>Actor</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Users</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101071317"/>
                  </a:ext>
                </a:extLst>
              </a:tr>
            </a:tbl>
          </a:graphicData>
        </a:graphic>
      </p:graphicFrame>
      <p:sp>
        <p:nvSpPr>
          <p:cNvPr id="16" name="TextBox 15">
            <a:extLst>
              <a:ext uri="{FF2B5EF4-FFF2-40B4-BE49-F238E27FC236}">
                <a16:creationId xmlns:a16="http://schemas.microsoft.com/office/drawing/2014/main" id="{C17D168D-8012-2B0F-3EAF-49927FD5AC38}"/>
              </a:ext>
            </a:extLst>
          </p:cNvPr>
          <p:cNvSpPr txBox="1"/>
          <p:nvPr/>
        </p:nvSpPr>
        <p:spPr>
          <a:xfrm>
            <a:off x="4155814" y="1470353"/>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spTree>
    <p:extLst>
      <p:ext uri="{BB962C8B-B14F-4D97-AF65-F5344CB8AC3E}">
        <p14:creationId xmlns:p14="http://schemas.microsoft.com/office/powerpoint/2010/main" val="2778093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F4E738F-CE76-6FFB-6F6C-D77FA5D5B56E}"/>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4" name="Picture 3">
            <a:extLst>
              <a:ext uri="{FF2B5EF4-FFF2-40B4-BE49-F238E27FC236}">
                <a16:creationId xmlns:a16="http://schemas.microsoft.com/office/drawing/2014/main" id="{01D75E61-A0B6-E17C-5548-E02CD2403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3A5B9886-4F29-CB91-2EC1-BFECA17B4A7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65108339-01DC-AF8D-0601-16B73A757F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3173B216-F98C-B2F1-87F6-EC67554FB2CB}"/>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12</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DADA50D6-35C1-8CCA-C083-BFB07E766DD0}"/>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C88D70F-A03C-C777-7A9F-672FE837302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D627B145-B7AC-81FE-B083-04E9DAA8163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F8A9D1E3-B39F-4027-83AE-A151F0E2B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0FE2058-922F-E34D-12C9-07629425BFC4}"/>
              </a:ext>
            </a:extLst>
          </p:cNvPr>
          <p:cNvSpPr txBox="1">
            <a:spLocks noChangeArrowheads="1"/>
          </p:cNvSpPr>
          <p:nvPr/>
        </p:nvSpPr>
        <p:spPr bwMode="auto">
          <a:xfrm>
            <a:off x="919163" y="1340768"/>
            <a:ext cx="71024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sz="2000" b="1" dirty="0"/>
              <a:t>Add Stock</a:t>
            </a:r>
            <a:endParaRPr lang="en-US" altLang="en-US" sz="2000" b="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3" name="Table 12">
            <a:extLst>
              <a:ext uri="{FF2B5EF4-FFF2-40B4-BE49-F238E27FC236}">
                <a16:creationId xmlns:a16="http://schemas.microsoft.com/office/drawing/2014/main" id="{A556889B-BD87-A092-13F9-03B0B7EA62A5}"/>
              </a:ext>
            </a:extLst>
          </p:cNvPr>
          <p:cNvGraphicFramePr>
            <a:graphicFrameLocks noGrp="1"/>
          </p:cNvGraphicFramePr>
          <p:nvPr>
            <p:extLst>
              <p:ext uri="{D42A27DB-BD31-4B8C-83A1-F6EECF244321}">
                <p14:modId xmlns:p14="http://schemas.microsoft.com/office/powerpoint/2010/main" val="3444783252"/>
              </p:ext>
            </p:extLst>
          </p:nvPr>
        </p:nvGraphicFramePr>
        <p:xfrm>
          <a:off x="1259632" y="2042504"/>
          <a:ext cx="6047948" cy="2733017"/>
        </p:xfrm>
        <a:graphic>
          <a:graphicData uri="http://schemas.openxmlformats.org/drawingml/2006/table">
            <a:tbl>
              <a:tblPr firstRow="1" firstCol="1" bandRow="1">
                <a:tableStyleId>{5C22544A-7EE6-4342-B048-85BDC9FD1C3A}</a:tableStyleId>
              </a:tblPr>
              <a:tblGrid>
                <a:gridCol w="1528132">
                  <a:extLst>
                    <a:ext uri="{9D8B030D-6E8A-4147-A177-3AD203B41FA5}">
                      <a16:colId xmlns:a16="http://schemas.microsoft.com/office/drawing/2014/main" val="2921059713"/>
                    </a:ext>
                  </a:extLst>
                </a:gridCol>
                <a:gridCol w="4519816">
                  <a:extLst>
                    <a:ext uri="{9D8B030D-6E8A-4147-A177-3AD203B41FA5}">
                      <a16:colId xmlns:a16="http://schemas.microsoft.com/office/drawing/2014/main" val="1477363113"/>
                    </a:ext>
                  </a:extLst>
                </a:gridCol>
              </a:tblGrid>
              <a:tr h="359142">
                <a:tc>
                  <a:txBody>
                    <a:bodyPr/>
                    <a:lstStyle/>
                    <a:p>
                      <a:pPr marR="18415" algn="just">
                        <a:spcBef>
                          <a:spcPts val="400"/>
                        </a:spcBef>
                        <a:spcAft>
                          <a:spcPts val="400"/>
                        </a:spcAft>
                      </a:pPr>
                      <a:r>
                        <a:rPr lang="en-US" sz="1200">
                          <a:effectLst/>
                        </a:rPr>
                        <a:t>Files used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Addstock.ts, Addstock.html, Addstock.css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661700291"/>
                  </a:ext>
                </a:extLst>
              </a:tr>
              <a:tr h="339125">
                <a:tc>
                  <a:txBody>
                    <a:bodyPr/>
                    <a:lstStyle/>
                    <a:p>
                      <a:pPr marR="18415" algn="just">
                        <a:spcBef>
                          <a:spcPts val="400"/>
                        </a:spcBef>
                        <a:spcAft>
                          <a:spcPts val="400"/>
                        </a:spcAft>
                      </a:pPr>
                      <a:r>
                        <a:rPr lang="en-US" sz="1200">
                          <a:effectLst/>
                        </a:rPr>
                        <a:t>Short Description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Allows the admin to Addstock to the application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964973554"/>
                  </a:ext>
                </a:extLst>
              </a:tr>
              <a:tr h="339125">
                <a:tc>
                  <a:txBody>
                    <a:bodyPr/>
                    <a:lstStyle/>
                    <a:p>
                      <a:pPr marR="18415" algn="just">
                        <a:spcBef>
                          <a:spcPts val="400"/>
                        </a:spcBef>
                        <a:spcAft>
                          <a:spcPts val="400"/>
                        </a:spcAft>
                      </a:pPr>
                      <a:r>
                        <a:rPr lang="en-US" sz="1200">
                          <a:effectLst/>
                        </a:rPr>
                        <a:t>Arguments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Name, quantity, Expiry date Manufacture date of the product</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353860268"/>
                  </a:ext>
                </a:extLst>
              </a:tr>
              <a:tr h="339125">
                <a:tc>
                  <a:txBody>
                    <a:bodyPr/>
                    <a:lstStyle/>
                    <a:p>
                      <a:pPr marR="18415" algn="just">
                        <a:spcBef>
                          <a:spcPts val="400"/>
                        </a:spcBef>
                        <a:spcAft>
                          <a:spcPts val="400"/>
                        </a:spcAft>
                      </a:pPr>
                      <a:r>
                        <a:rPr lang="en-US" sz="1200">
                          <a:effectLst/>
                        </a:rPr>
                        <a:t>Return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Success/Failure in is insertion of the stock</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166593407"/>
                  </a:ext>
                </a:extLst>
              </a:tr>
              <a:tr h="339125">
                <a:tc>
                  <a:txBody>
                    <a:bodyPr/>
                    <a:lstStyle/>
                    <a:p>
                      <a:pPr marR="18415" algn="just">
                        <a:spcBef>
                          <a:spcPts val="400"/>
                        </a:spcBef>
                        <a:spcAft>
                          <a:spcPts val="400"/>
                        </a:spcAft>
                      </a:pPr>
                      <a:r>
                        <a:rPr lang="en-US" sz="1200">
                          <a:effectLst/>
                        </a:rPr>
                        <a:t>Pre-Condition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The product must be unavailable.</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778474599"/>
                  </a:ext>
                </a:extLst>
              </a:tr>
              <a:tr h="339125">
                <a:tc>
                  <a:txBody>
                    <a:bodyPr/>
                    <a:lstStyle/>
                    <a:p>
                      <a:pPr marR="18415" algn="just">
                        <a:spcBef>
                          <a:spcPts val="400"/>
                        </a:spcBef>
                        <a:spcAft>
                          <a:spcPts val="400"/>
                        </a:spcAft>
                      </a:pPr>
                      <a:r>
                        <a:rPr lang="en-US" sz="1200">
                          <a:effectLst/>
                        </a:rPr>
                        <a:t>Post-Condition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New product added successfully</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456826001"/>
                  </a:ext>
                </a:extLst>
              </a:tr>
              <a:tr h="339125">
                <a:tc>
                  <a:txBody>
                    <a:bodyPr/>
                    <a:lstStyle/>
                    <a:p>
                      <a:pPr marR="18415" algn="just">
                        <a:spcBef>
                          <a:spcPts val="400"/>
                        </a:spcBef>
                        <a:spcAft>
                          <a:spcPts val="400"/>
                        </a:spcAft>
                      </a:pPr>
                      <a:r>
                        <a:rPr lang="en-US" sz="1200">
                          <a:effectLst/>
                        </a:rPr>
                        <a:t>Exception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Item already available</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4143202746"/>
                  </a:ext>
                </a:extLst>
              </a:tr>
              <a:tr h="339125">
                <a:tc>
                  <a:txBody>
                    <a:bodyPr/>
                    <a:lstStyle/>
                    <a:p>
                      <a:pPr marR="18415" algn="just">
                        <a:spcBef>
                          <a:spcPts val="400"/>
                        </a:spcBef>
                        <a:spcAft>
                          <a:spcPts val="400"/>
                        </a:spcAft>
                      </a:pPr>
                      <a:r>
                        <a:rPr lang="en-US" sz="1200">
                          <a:effectLst/>
                        </a:rPr>
                        <a:t>Actor</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Admin</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807037393"/>
                  </a:ext>
                </a:extLst>
              </a:tr>
            </a:tbl>
          </a:graphicData>
        </a:graphic>
      </p:graphicFrame>
      <p:sp>
        <p:nvSpPr>
          <p:cNvPr id="15" name="TextBox 14">
            <a:extLst>
              <a:ext uri="{FF2B5EF4-FFF2-40B4-BE49-F238E27FC236}">
                <a16:creationId xmlns:a16="http://schemas.microsoft.com/office/drawing/2014/main" id="{87015CF8-8ECD-E317-D5CF-9E84C01B864A}"/>
              </a:ext>
            </a:extLst>
          </p:cNvPr>
          <p:cNvSpPr txBox="1"/>
          <p:nvPr/>
        </p:nvSpPr>
        <p:spPr>
          <a:xfrm>
            <a:off x="3962139" y="1279213"/>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spTree>
    <p:extLst>
      <p:ext uri="{BB962C8B-B14F-4D97-AF65-F5344CB8AC3E}">
        <p14:creationId xmlns:p14="http://schemas.microsoft.com/office/powerpoint/2010/main" val="2944840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EB6F8E10-26F6-CDD7-CACC-08FC15D435E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4" name="Date Placeholder 1">
            <a:extLst>
              <a:ext uri="{FF2B5EF4-FFF2-40B4-BE49-F238E27FC236}">
                <a16:creationId xmlns:a16="http://schemas.microsoft.com/office/drawing/2014/main" id="{FEDAF4EB-CAB2-1B17-6385-A6170957DD8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5" name="Picture 4">
            <a:extLst>
              <a:ext uri="{FF2B5EF4-FFF2-40B4-BE49-F238E27FC236}">
                <a16:creationId xmlns:a16="http://schemas.microsoft.com/office/drawing/2014/main" id="{B537AB38-49B1-905E-2CE0-4DB2DCC82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FBD9A2DB-6059-1835-8881-CA6B88B09563}"/>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DD566902-0344-14E4-C784-B727A4613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22992FD2-241B-C4BB-99D8-071FC4382D05}"/>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13</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FA311A7F-DE34-18A2-2E35-C9FB747D191C}"/>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588B978C-59EB-C49E-DD0A-A6ACECB8E5F8}"/>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F06BE612-BE50-92F9-2145-DE0F3A16F66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4C7BC422-8176-C6B2-9AC4-60C8F5B35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61AA6ED3-DAFA-BC92-D085-3D90C4B5C0DC}"/>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47F751AD-2B9D-C23F-B15F-D08231C7DAC0}"/>
              </a:ext>
            </a:extLst>
          </p:cNvPr>
          <p:cNvSpPr txBox="1"/>
          <p:nvPr/>
        </p:nvSpPr>
        <p:spPr>
          <a:xfrm>
            <a:off x="919163" y="1403048"/>
            <a:ext cx="4590046" cy="417871"/>
          </a:xfrm>
          <a:prstGeom prst="rect">
            <a:avLst/>
          </a:prstGeom>
          <a:noFill/>
        </p:spPr>
        <p:txBody>
          <a:bodyPr wrap="square">
            <a:spAutoFit/>
          </a:bodyPr>
          <a:lstStyle/>
          <a:p>
            <a:pPr marR="15240" algn="just">
              <a:lnSpc>
                <a:spcPct val="115000"/>
              </a:lnSpc>
              <a:spcAft>
                <a:spcPts val="1000"/>
              </a:spcAft>
            </a:pPr>
            <a:r>
              <a:rPr lang="en-US" sz="2000" b="1" dirty="0">
                <a:effectLst/>
                <a:latin typeface="Times New Roman" panose="02020603050405020304" pitchFamily="18" charset="0"/>
                <a:ea typeface="Times New Roman" panose="02020603050405020304" pitchFamily="18" charset="0"/>
              </a:rPr>
              <a:t>Update Stock</a:t>
            </a:r>
            <a:endParaRPr lang="en-IN" sz="2000" dirty="0">
              <a:effectLst/>
              <a:latin typeface="Times New Roman" panose="02020603050405020304" pitchFamily="18" charset="0"/>
              <a:ea typeface="Times New Roman" panose="02020603050405020304" pitchFamily="18" charset="0"/>
            </a:endParaRPr>
          </a:p>
        </p:txBody>
      </p:sp>
      <p:graphicFrame>
        <p:nvGraphicFramePr>
          <p:cNvPr id="16" name="Table 15">
            <a:extLst>
              <a:ext uri="{FF2B5EF4-FFF2-40B4-BE49-F238E27FC236}">
                <a16:creationId xmlns:a16="http://schemas.microsoft.com/office/drawing/2014/main" id="{47ED4065-DBBC-1E43-5963-7B0D1A1742ED}"/>
              </a:ext>
            </a:extLst>
          </p:cNvPr>
          <p:cNvGraphicFramePr>
            <a:graphicFrameLocks noGrp="1"/>
          </p:cNvGraphicFramePr>
          <p:nvPr>
            <p:extLst>
              <p:ext uri="{D42A27DB-BD31-4B8C-83A1-F6EECF244321}">
                <p14:modId xmlns:p14="http://schemas.microsoft.com/office/powerpoint/2010/main" val="1698797426"/>
              </p:ext>
            </p:extLst>
          </p:nvPr>
        </p:nvGraphicFramePr>
        <p:xfrm>
          <a:off x="1115616" y="2305052"/>
          <a:ext cx="6696744" cy="2996154"/>
        </p:xfrm>
        <a:graphic>
          <a:graphicData uri="http://schemas.openxmlformats.org/drawingml/2006/table">
            <a:tbl>
              <a:tblPr firstRow="1" firstCol="1" bandRow="1">
                <a:tableStyleId>{5C22544A-7EE6-4342-B048-85BDC9FD1C3A}</a:tableStyleId>
              </a:tblPr>
              <a:tblGrid>
                <a:gridCol w="1692062">
                  <a:extLst>
                    <a:ext uri="{9D8B030D-6E8A-4147-A177-3AD203B41FA5}">
                      <a16:colId xmlns:a16="http://schemas.microsoft.com/office/drawing/2014/main" val="1411532164"/>
                    </a:ext>
                  </a:extLst>
                </a:gridCol>
                <a:gridCol w="5004682">
                  <a:extLst>
                    <a:ext uri="{9D8B030D-6E8A-4147-A177-3AD203B41FA5}">
                      <a16:colId xmlns:a16="http://schemas.microsoft.com/office/drawing/2014/main" val="3367964941"/>
                    </a:ext>
                  </a:extLst>
                </a:gridCol>
              </a:tblGrid>
              <a:tr h="393722">
                <a:tc>
                  <a:txBody>
                    <a:bodyPr/>
                    <a:lstStyle/>
                    <a:p>
                      <a:pPr marR="18415" algn="just">
                        <a:spcBef>
                          <a:spcPts val="400"/>
                        </a:spcBef>
                        <a:spcAft>
                          <a:spcPts val="400"/>
                        </a:spcAft>
                      </a:pPr>
                      <a:r>
                        <a:rPr lang="en-US" sz="1200">
                          <a:effectLst/>
                        </a:rPr>
                        <a:t>Files used</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Updatestock.ts, Updatestock.html, Updatestock.css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369054189"/>
                  </a:ext>
                </a:extLst>
              </a:tr>
              <a:tr h="371776">
                <a:tc>
                  <a:txBody>
                    <a:bodyPr/>
                    <a:lstStyle/>
                    <a:p>
                      <a:pPr marR="18415" algn="just">
                        <a:spcBef>
                          <a:spcPts val="400"/>
                        </a:spcBef>
                        <a:spcAft>
                          <a:spcPts val="400"/>
                        </a:spcAft>
                      </a:pPr>
                      <a:r>
                        <a:rPr lang="en-US" sz="1200">
                          <a:effectLst/>
                        </a:rPr>
                        <a:t>Short Description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Allows the admin to Updatestock to the application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833718807"/>
                  </a:ext>
                </a:extLst>
              </a:tr>
              <a:tr h="371776">
                <a:tc>
                  <a:txBody>
                    <a:bodyPr/>
                    <a:lstStyle/>
                    <a:p>
                      <a:pPr marR="18415" algn="just">
                        <a:spcBef>
                          <a:spcPts val="400"/>
                        </a:spcBef>
                        <a:spcAft>
                          <a:spcPts val="400"/>
                        </a:spcAft>
                      </a:pPr>
                      <a:r>
                        <a:rPr lang="en-US" sz="1200">
                          <a:effectLst/>
                        </a:rPr>
                        <a:t>Arguments</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Name, quantity of the product</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971016976"/>
                  </a:ext>
                </a:extLst>
              </a:tr>
              <a:tr h="371776">
                <a:tc>
                  <a:txBody>
                    <a:bodyPr/>
                    <a:lstStyle/>
                    <a:p>
                      <a:pPr marR="18415" algn="just">
                        <a:spcBef>
                          <a:spcPts val="400"/>
                        </a:spcBef>
                        <a:spcAft>
                          <a:spcPts val="400"/>
                        </a:spcAft>
                      </a:pPr>
                      <a:r>
                        <a:rPr lang="en-US" sz="1200">
                          <a:effectLst/>
                        </a:rPr>
                        <a:t>Return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Success/Failure in is updation of the stock</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920535305"/>
                  </a:ext>
                </a:extLst>
              </a:tr>
              <a:tr h="371776">
                <a:tc>
                  <a:txBody>
                    <a:bodyPr/>
                    <a:lstStyle/>
                    <a:p>
                      <a:pPr marR="18415" algn="just">
                        <a:spcBef>
                          <a:spcPts val="400"/>
                        </a:spcBef>
                        <a:spcAft>
                          <a:spcPts val="400"/>
                        </a:spcAft>
                      </a:pPr>
                      <a:r>
                        <a:rPr lang="en-US" sz="1200">
                          <a:effectLst/>
                        </a:rPr>
                        <a:t>Pre-Condition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The product must be available.</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216816718"/>
                  </a:ext>
                </a:extLst>
              </a:tr>
              <a:tr h="371776">
                <a:tc>
                  <a:txBody>
                    <a:bodyPr/>
                    <a:lstStyle/>
                    <a:p>
                      <a:pPr marR="18415" algn="just">
                        <a:spcBef>
                          <a:spcPts val="400"/>
                        </a:spcBef>
                        <a:spcAft>
                          <a:spcPts val="400"/>
                        </a:spcAft>
                      </a:pPr>
                      <a:r>
                        <a:rPr lang="en-US" sz="1200">
                          <a:effectLst/>
                        </a:rPr>
                        <a:t>Post-Condition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Product updated successfully</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2650182975"/>
                  </a:ext>
                </a:extLst>
              </a:tr>
              <a:tr h="371776">
                <a:tc>
                  <a:txBody>
                    <a:bodyPr/>
                    <a:lstStyle/>
                    <a:p>
                      <a:pPr marR="18415" algn="just">
                        <a:spcBef>
                          <a:spcPts val="400"/>
                        </a:spcBef>
                        <a:spcAft>
                          <a:spcPts val="400"/>
                        </a:spcAft>
                      </a:pPr>
                      <a:r>
                        <a:rPr lang="en-US" sz="1200">
                          <a:effectLst/>
                        </a:rPr>
                        <a:t>Exception</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a:effectLst/>
                        </a:rPr>
                        <a:t>Item is unavailable</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839236555"/>
                  </a:ext>
                </a:extLst>
              </a:tr>
              <a:tr h="371776">
                <a:tc>
                  <a:txBody>
                    <a:bodyPr/>
                    <a:lstStyle/>
                    <a:p>
                      <a:pPr marR="18415" algn="just">
                        <a:spcBef>
                          <a:spcPts val="400"/>
                        </a:spcBef>
                        <a:spcAft>
                          <a:spcPts val="400"/>
                        </a:spcAft>
                      </a:pPr>
                      <a:r>
                        <a:rPr lang="en-US" sz="1200">
                          <a:effectLst/>
                        </a:rPr>
                        <a:t>Actor</a:t>
                      </a:r>
                      <a:endParaRPr lang="en-IN" sz="12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R="18415" algn="just">
                        <a:spcBef>
                          <a:spcPts val="400"/>
                        </a:spcBef>
                        <a:spcAft>
                          <a:spcPts val="400"/>
                        </a:spcAft>
                      </a:pPr>
                      <a:r>
                        <a:rPr lang="en-US" sz="1200" dirty="0">
                          <a:effectLst/>
                        </a:rPr>
                        <a:t>Admin</a:t>
                      </a:r>
                      <a:endParaRPr lang="en-IN" sz="12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843573659"/>
                  </a:ext>
                </a:extLst>
              </a:tr>
            </a:tbl>
          </a:graphicData>
        </a:graphic>
      </p:graphicFrame>
      <p:sp>
        <p:nvSpPr>
          <p:cNvPr id="17" name="TextBox 16">
            <a:extLst>
              <a:ext uri="{FF2B5EF4-FFF2-40B4-BE49-F238E27FC236}">
                <a16:creationId xmlns:a16="http://schemas.microsoft.com/office/drawing/2014/main" id="{140539B7-76DD-69B8-3FC3-751A7ED9E249}"/>
              </a:ext>
            </a:extLst>
          </p:cNvPr>
          <p:cNvSpPr txBox="1"/>
          <p:nvPr/>
        </p:nvSpPr>
        <p:spPr>
          <a:xfrm>
            <a:off x="3965928" y="1282646"/>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spTree>
    <p:extLst>
      <p:ext uri="{BB962C8B-B14F-4D97-AF65-F5344CB8AC3E}">
        <p14:creationId xmlns:p14="http://schemas.microsoft.com/office/powerpoint/2010/main" val="379681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5E818637-157A-AFBE-181C-93480B06142F}"/>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4" name="Date Placeholder 1">
            <a:extLst>
              <a:ext uri="{FF2B5EF4-FFF2-40B4-BE49-F238E27FC236}">
                <a16:creationId xmlns:a16="http://schemas.microsoft.com/office/drawing/2014/main" id="{3F3426B6-40E1-C95A-0858-491554AE20DC}"/>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5" name="Picture 4">
            <a:extLst>
              <a:ext uri="{FF2B5EF4-FFF2-40B4-BE49-F238E27FC236}">
                <a16:creationId xmlns:a16="http://schemas.microsoft.com/office/drawing/2014/main" id="{CCF1654A-8568-4564-2C13-7FCAF324F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199B10F0-4EA0-A310-3956-6BE36CF3AA27}"/>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517A137B-2F6C-C623-EB17-6C86E01D5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6CFE670D-E715-93C2-8229-2ECEE375820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14</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8AB495B3-C9DC-A1BB-05CB-14F1FB2429E9}"/>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F2038FF5-1981-DCBE-ACC0-BA67EDFE898E}"/>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C7AFD1CE-FDA5-E633-5547-F6311FE0D4B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5DDA6DFB-B025-D264-5922-82CE6842D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20247E48-527C-278F-49A1-16F1FC0E6CDA}"/>
              </a:ext>
            </a:extLst>
          </p:cNvPr>
          <p:cNvSpPr txBox="1">
            <a:spLocks noChangeArrowheads="1"/>
          </p:cNvSpPr>
          <p:nvPr/>
        </p:nvSpPr>
        <p:spPr bwMode="auto">
          <a:xfrm>
            <a:off x="518629" y="911225"/>
            <a:ext cx="223934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None/>
            </a:pPr>
            <a:r>
              <a:rPr lang="en-US" sz="2000" b="1" dirty="0">
                <a:latin typeface="Verdana" panose="020B0604030504040204" pitchFamily="34" charset="0"/>
                <a:ea typeface="Verdana" panose="020B0604030504040204" pitchFamily="34" charset="0"/>
              </a:rPr>
              <a:t>RESULTS:</a:t>
            </a:r>
          </a:p>
          <a:p>
            <a:pPr>
              <a:buNone/>
            </a:pPr>
            <a:r>
              <a:rPr lang="en-US" sz="2000" b="1" dirty="0" err="1">
                <a:latin typeface="Verdana" panose="020B0604030504040204" pitchFamily="34" charset="0"/>
                <a:ea typeface="Verdana" panose="020B0604030504040204" pitchFamily="34" charset="0"/>
              </a:rPr>
              <a:t>SignUp</a:t>
            </a:r>
            <a:r>
              <a:rPr lang="en-US" sz="2000" b="1" dirty="0">
                <a:latin typeface="Verdana" panose="020B0604030504040204" pitchFamily="34" charset="0"/>
                <a:ea typeface="Verdana" panose="020B0604030504040204" pitchFamily="34" charset="0"/>
              </a:rPr>
              <a:t> Page</a:t>
            </a:r>
          </a:p>
          <a:p>
            <a:pPr>
              <a:buNone/>
            </a:pPr>
            <a:endParaRPr lang="en-US" sz="2000" b="1" dirty="0">
              <a:latin typeface="Verdana" panose="020B0604030504040204" pitchFamily="34" charset="0"/>
              <a:ea typeface="Verdana" panose="020B0604030504040204" pitchFamily="34" charset="0"/>
            </a:endParaRPr>
          </a:p>
          <a:p>
            <a:pPr>
              <a:buNone/>
            </a:pPr>
            <a:endParaRPr lang="en-IN" sz="2000" dirty="0">
              <a:latin typeface="Verdana" panose="020B0604030504040204" pitchFamily="34" charset="0"/>
              <a:ea typeface="Verdana" panose="020B0604030504040204" pitchFamily="34" charset="0"/>
            </a:endParaRPr>
          </a:p>
        </p:txBody>
      </p:sp>
      <p:pic>
        <p:nvPicPr>
          <p:cNvPr id="14" name="Picture 13">
            <a:extLst>
              <a:ext uri="{FF2B5EF4-FFF2-40B4-BE49-F238E27FC236}">
                <a16:creationId xmlns:a16="http://schemas.microsoft.com/office/drawing/2014/main" id="{CEEBD58A-F3B0-1E3D-04C6-5115D920CE3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200"/>
          <a:stretch/>
        </p:blipFill>
        <p:spPr bwMode="auto">
          <a:xfrm>
            <a:off x="871694" y="1916832"/>
            <a:ext cx="7400612" cy="4029943"/>
          </a:xfrm>
          <a:prstGeom prst="rect">
            <a:avLst/>
          </a:prstGeom>
          <a:ln>
            <a:noFill/>
          </a:ln>
          <a:extLst>
            <a:ext uri="{53640926-AAD7-44D8-BBD7-CCE9431645EC}">
              <a14:shadowObscured xmlns:a14="http://schemas.microsoft.com/office/drawing/2010/main"/>
            </a:ext>
          </a:extLst>
        </p:spPr>
      </p:pic>
      <p:sp>
        <p:nvSpPr>
          <p:cNvPr id="15" name="TextBox 14">
            <a:extLst>
              <a:ext uri="{FF2B5EF4-FFF2-40B4-BE49-F238E27FC236}">
                <a16:creationId xmlns:a16="http://schemas.microsoft.com/office/drawing/2014/main" id="{FEC0833F-817D-849A-1C7D-BE92D31A1C13}"/>
              </a:ext>
            </a:extLst>
          </p:cNvPr>
          <p:cNvSpPr txBox="1"/>
          <p:nvPr/>
        </p:nvSpPr>
        <p:spPr>
          <a:xfrm>
            <a:off x="3965928" y="1282646"/>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spTree>
    <p:extLst>
      <p:ext uri="{BB962C8B-B14F-4D97-AF65-F5344CB8AC3E}">
        <p14:creationId xmlns:p14="http://schemas.microsoft.com/office/powerpoint/2010/main" val="1526822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1F5E7E9F-7DEA-A0C2-845D-3AAC138E2A99}"/>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4" name="Date Placeholder 1">
            <a:extLst>
              <a:ext uri="{FF2B5EF4-FFF2-40B4-BE49-F238E27FC236}">
                <a16:creationId xmlns:a16="http://schemas.microsoft.com/office/drawing/2014/main" id="{6D15963A-8820-AA75-F0BB-9E650137272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dirty="0"/>
          </a:p>
        </p:txBody>
      </p:sp>
      <p:pic>
        <p:nvPicPr>
          <p:cNvPr id="5" name="Picture 4">
            <a:extLst>
              <a:ext uri="{FF2B5EF4-FFF2-40B4-BE49-F238E27FC236}">
                <a16:creationId xmlns:a16="http://schemas.microsoft.com/office/drawing/2014/main" id="{1088B931-0F67-E810-6649-FCF5D0514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D4567DE0-FA5C-8C8B-43A2-B949225A18E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556B4031-A041-6F26-1D05-AEFCFF001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6126AEBE-720C-8AE4-E6CE-5F487E67EF2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15</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767EC901-1F5B-19DB-031E-4080D9C674D2}"/>
              </a:ext>
            </a:extLst>
          </p:cNvPr>
          <p:cNvSpPr txBox="1">
            <a:spLocks/>
          </p:cNvSpPr>
          <p:nvPr/>
        </p:nvSpPr>
        <p:spPr bwMode="auto">
          <a:xfrm>
            <a:off x="0" y="6564313"/>
            <a:ext cx="205172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04DBC932-EA9C-E5ED-B150-EB0D17A98336}"/>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7CB9BA54-BDD4-F8CB-FE5A-F773D1AADFC3}"/>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346C3835-CFC8-5F01-1087-6A4BBD1AC1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80E10AE0-A4B9-3016-D257-7073AA190129}"/>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C29DD894-7E45-2E16-B7D6-76F404ACECA7}"/>
              </a:ext>
            </a:extLst>
          </p:cNvPr>
          <p:cNvSpPr txBox="1"/>
          <p:nvPr/>
        </p:nvSpPr>
        <p:spPr>
          <a:xfrm>
            <a:off x="402263" y="1597035"/>
            <a:ext cx="8339473" cy="3268652"/>
          </a:xfrm>
          <a:prstGeom prst="rect">
            <a:avLst/>
          </a:prstGeom>
          <a:noFill/>
        </p:spPr>
        <p:txBody>
          <a:bodyPr wrap="square">
            <a:spAutoFit/>
          </a:bodyPr>
          <a:lstStyle/>
          <a:p>
            <a:pPr marR="15240" algn="just">
              <a:lnSpc>
                <a:spcPct val="150000"/>
              </a:lnSpc>
              <a:spcAft>
                <a:spcPts val="1000"/>
              </a:spcAft>
            </a:pPr>
            <a:r>
              <a:rPr lang="en-US" sz="2000" dirty="0">
                <a:effectLst/>
                <a:latin typeface="Times New Roman" panose="02020603050405020304" pitchFamily="18" charset="0"/>
                <a:ea typeface="Times New Roman" panose="02020603050405020304" pitchFamily="18" charset="0"/>
              </a:rPr>
              <a:t>This shows the Signup Page provide the interface for </a:t>
            </a:r>
            <a:r>
              <a:rPr lang="en-US" sz="2000" dirty="0" err="1">
                <a:effectLst/>
                <a:latin typeface="Times New Roman" panose="02020603050405020304" pitchFamily="18" charset="0"/>
                <a:ea typeface="Times New Roman" panose="02020603050405020304" pitchFamily="18" charset="0"/>
              </a:rPr>
              <a:t>SignUp</a:t>
            </a:r>
            <a:r>
              <a:rPr lang="en-US" sz="2000" dirty="0">
                <a:effectLst/>
                <a:latin typeface="Times New Roman" panose="02020603050405020304" pitchFamily="18" charset="0"/>
                <a:ea typeface="Times New Roman" panose="02020603050405020304" pitchFamily="18" charset="0"/>
              </a:rPr>
              <a:t> page of Medical Inventory Management System. The customers who are willing to purchase the products from the inventory must get themselves registered in the system. The customer must provide the username, password and the mail id for the registration. The email id must be a valid email id. The password and the confirm password must be the same. Now after clicking the signup button the user gets registered in the system.</a:t>
            </a:r>
            <a:endParaRPr lang="en-IN" sz="2000" dirty="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156EEEB8-A51F-F645-4270-E0C3EA4B3B6B}"/>
              </a:ext>
            </a:extLst>
          </p:cNvPr>
          <p:cNvSpPr txBox="1"/>
          <p:nvPr/>
        </p:nvSpPr>
        <p:spPr>
          <a:xfrm>
            <a:off x="3965928" y="1282646"/>
            <a:ext cx="4588136" cy="461665"/>
          </a:xfrm>
          <a:prstGeom prst="rect">
            <a:avLst/>
          </a:prstGeom>
          <a:noFill/>
        </p:spPr>
        <p:txBody>
          <a:bodyPr wrap="square">
            <a:spAutoFit/>
          </a:bodyPr>
          <a:lstStyle/>
          <a:p>
            <a:r>
              <a:rPr lang="en-US" sz="2400" dirty="0">
                <a:effectLst/>
                <a:highlight>
                  <a:srgbClr val="FFFF00"/>
                </a:highlight>
                <a:latin typeface="Verdana" panose="020B0604030504040204" pitchFamily="34" charset="0"/>
                <a:ea typeface="Verdana" panose="020B0604030504040204" pitchFamily="34" charset="0"/>
              </a:rPr>
              <a:t>sample</a:t>
            </a:r>
            <a:endParaRPr lang="en-IN" dirty="0"/>
          </a:p>
        </p:txBody>
      </p:sp>
    </p:spTree>
    <p:extLst>
      <p:ext uri="{BB962C8B-B14F-4D97-AF65-F5344CB8AC3E}">
        <p14:creationId xmlns:p14="http://schemas.microsoft.com/office/powerpoint/2010/main" val="3081058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BFF76982-F31C-9481-3A27-D9AEF0EA7FAD}"/>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4" name="Date Placeholder 1">
            <a:extLst>
              <a:ext uri="{FF2B5EF4-FFF2-40B4-BE49-F238E27FC236}">
                <a16:creationId xmlns:a16="http://schemas.microsoft.com/office/drawing/2014/main" id="{622FB879-67D6-7D49-13AC-AB10F1BB1821}"/>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5" name="Date Placeholder 1">
            <a:extLst>
              <a:ext uri="{FF2B5EF4-FFF2-40B4-BE49-F238E27FC236}">
                <a16:creationId xmlns:a16="http://schemas.microsoft.com/office/drawing/2014/main" id="{BF219874-78FF-B4AE-45E4-1BD0A30EE5B7}"/>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6" name="Date Placeholder 1">
            <a:extLst>
              <a:ext uri="{FF2B5EF4-FFF2-40B4-BE49-F238E27FC236}">
                <a16:creationId xmlns:a16="http://schemas.microsoft.com/office/drawing/2014/main" id="{A5E1D26A-4C22-7135-63C1-27183C1AA90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7" name="Date Placeholder 1">
            <a:extLst>
              <a:ext uri="{FF2B5EF4-FFF2-40B4-BE49-F238E27FC236}">
                <a16:creationId xmlns:a16="http://schemas.microsoft.com/office/drawing/2014/main" id="{5902CB8C-7F32-2433-4729-67AC81D92A9B}"/>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sp>
        <p:nvSpPr>
          <p:cNvPr id="8" name="Date Placeholder 1">
            <a:extLst>
              <a:ext uri="{FF2B5EF4-FFF2-40B4-BE49-F238E27FC236}">
                <a16:creationId xmlns:a16="http://schemas.microsoft.com/office/drawing/2014/main" id="{A77A27A3-E053-9487-D783-53F3FDFA708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6 November 2025</a:t>
            </a:fld>
            <a:endParaRPr lang="en-US" altLang="en-US"/>
          </a:p>
        </p:txBody>
      </p:sp>
      <p:pic>
        <p:nvPicPr>
          <p:cNvPr id="9" name="Picture 8">
            <a:extLst>
              <a:ext uri="{FF2B5EF4-FFF2-40B4-BE49-F238E27FC236}">
                <a16:creationId xmlns:a16="http://schemas.microsoft.com/office/drawing/2014/main" id="{5DC564BF-4C68-5719-1E4E-50383B9FC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EEE824BB-CB46-390B-2DCA-C72CFCB8FA97}"/>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1" name="Picture 2">
            <a:extLst>
              <a:ext uri="{FF2B5EF4-FFF2-40B4-BE49-F238E27FC236}">
                <a16:creationId xmlns:a16="http://schemas.microsoft.com/office/drawing/2014/main" id="{334A6A09-B62F-E87A-8E46-A15278AC4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Rounded Corners 11">
            <a:extLst>
              <a:ext uri="{FF2B5EF4-FFF2-40B4-BE49-F238E27FC236}">
                <a16:creationId xmlns:a16="http://schemas.microsoft.com/office/drawing/2014/main" id="{6A14384C-CAEB-C6A1-029D-FAC9D2175B3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16</a:t>
            </a:fld>
            <a:endParaRPr lang="en-US" altLang="en-US" sz="1600" b="1">
              <a:solidFill>
                <a:srgbClr val="FFFFFF"/>
              </a:solidFill>
              <a:latin typeface="Comic Sans MS" panose="030F0702030302020204" pitchFamily="66" charset="0"/>
            </a:endParaRPr>
          </a:p>
        </p:txBody>
      </p:sp>
      <p:sp>
        <p:nvSpPr>
          <p:cNvPr id="13" name="Date Placeholder 7">
            <a:extLst>
              <a:ext uri="{FF2B5EF4-FFF2-40B4-BE49-F238E27FC236}">
                <a16:creationId xmlns:a16="http://schemas.microsoft.com/office/drawing/2014/main" id="{98ED3609-3B01-32C3-9996-5BFD757581A4}"/>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6 November 2025</a:t>
            </a:fld>
            <a:endParaRPr lang="en-US" altLang="en-US" sz="1400" b="1" dirty="0">
              <a:solidFill>
                <a:srgbClr val="FF0066"/>
              </a:solidFill>
              <a:latin typeface="Arial Rounded MT Bold" panose="020F0704030504030204" pitchFamily="34" charset="0"/>
            </a:endParaRPr>
          </a:p>
        </p:txBody>
      </p:sp>
      <p:sp>
        <p:nvSpPr>
          <p:cNvPr id="14" name="TextBox 13">
            <a:extLst>
              <a:ext uri="{FF2B5EF4-FFF2-40B4-BE49-F238E27FC236}">
                <a16:creationId xmlns:a16="http://schemas.microsoft.com/office/drawing/2014/main" id="{D7178B8E-1ACF-C59C-D36A-8547AE3A37E2}"/>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5" name="Oval 14">
            <a:extLst>
              <a:ext uri="{FF2B5EF4-FFF2-40B4-BE49-F238E27FC236}">
                <a16:creationId xmlns:a16="http://schemas.microsoft.com/office/drawing/2014/main" id="{867FE1E8-3485-E134-BE45-906D80D89EE3}"/>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6" name="Picture 15" descr="A picture containing text, sign, watch&#10;&#10;Description automatically generated">
            <a:extLst>
              <a:ext uri="{FF2B5EF4-FFF2-40B4-BE49-F238E27FC236}">
                <a16:creationId xmlns:a16="http://schemas.microsoft.com/office/drawing/2014/main" id="{046F2212-24B8-A40E-DE64-F820F1870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3C48F109-27C5-E861-5275-A6EEB276FEFD}"/>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9EEB460A-FA94-9E15-6242-5BABFB5CA6D9}"/>
              </a:ext>
            </a:extLst>
          </p:cNvPr>
          <p:cNvSpPr txBox="1"/>
          <p:nvPr/>
        </p:nvSpPr>
        <p:spPr>
          <a:xfrm>
            <a:off x="2590800" y="1859701"/>
            <a:ext cx="4585446" cy="1618328"/>
          </a:xfrm>
          <a:prstGeom prst="rect">
            <a:avLst/>
          </a:prstGeom>
          <a:noFill/>
        </p:spPr>
        <p:txBody>
          <a:bodyPr wrap="square">
            <a:spAutoFit/>
          </a:bodyPr>
          <a:lstStyle/>
          <a:p>
            <a:pPr>
              <a:lnSpc>
                <a:spcPct val="150000"/>
              </a:lnSpc>
            </a:pPr>
            <a:endParaRPr lang="en-IN" sz="1050" dirty="0">
              <a:latin typeface="Verdana" panose="020B0604030504040204" pitchFamily="34" charset="0"/>
              <a:ea typeface="Verdana" panose="020B0604030504040204" pitchFamily="34" charset="0"/>
            </a:endParaRPr>
          </a:p>
          <a:p>
            <a:pPr>
              <a:lnSpc>
                <a:spcPct val="150000"/>
              </a:lnSpc>
            </a:pPr>
            <a:endParaRPr lang="en-IN" sz="1050" dirty="0">
              <a:latin typeface="Verdana" panose="020B0604030504040204" pitchFamily="34" charset="0"/>
              <a:ea typeface="Verdana" panose="020B0604030504040204" pitchFamily="34" charset="0"/>
            </a:endParaRPr>
          </a:p>
          <a:p>
            <a:pPr>
              <a:lnSpc>
                <a:spcPct val="150000"/>
              </a:lnSpc>
            </a:pPr>
            <a:endParaRPr lang="en-IN" sz="1050" dirty="0">
              <a:latin typeface="Verdana" panose="020B0604030504040204" pitchFamily="34" charset="0"/>
              <a:ea typeface="Verdana" panose="020B0604030504040204" pitchFamily="34" charset="0"/>
            </a:endParaRPr>
          </a:p>
          <a:p>
            <a:pPr>
              <a:lnSpc>
                <a:spcPct val="150000"/>
              </a:lnSpc>
            </a:pPr>
            <a:r>
              <a:rPr lang="en-IN" sz="2400" dirty="0">
                <a:latin typeface="Verdana" panose="020B0604030504040204" pitchFamily="34" charset="0"/>
                <a:ea typeface="Verdana" panose="020B0604030504040204" pitchFamily="34" charset="0"/>
              </a:rPr>
              <a:t> </a:t>
            </a:r>
            <a:r>
              <a:rPr lang="en-IN" sz="4000" dirty="0">
                <a:latin typeface="Verdana" panose="020B0604030504040204" pitchFamily="34" charset="0"/>
                <a:ea typeface="Verdana" panose="020B0604030504040204" pitchFamily="34" charset="0"/>
              </a:rPr>
              <a:t>THANK YOU</a:t>
            </a:r>
          </a:p>
        </p:txBody>
      </p:sp>
    </p:spTree>
    <p:extLst>
      <p:ext uri="{BB962C8B-B14F-4D97-AF65-F5344CB8AC3E}">
        <p14:creationId xmlns:p14="http://schemas.microsoft.com/office/powerpoint/2010/main" val="835088396"/>
      </p:ext>
    </p:extLst>
  </p:cSld>
  <p:clrMapOvr>
    <a:masterClrMapping/>
  </p:clrMapOvr>
</p:sld>
</file>

<file path=ppt/theme/theme1.xml><?xml version="1.0" encoding="utf-8"?>
<a:theme xmlns:a="http://schemas.openxmlformats.org/drawingml/2006/main" name="Presentation1">
  <a:themeElements>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tion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resentation1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1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1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 template-v2  -  Compatibility Mode" id="{EA953C24-0979-468B-8D04-BA70D805144C}" vid="{51E08EC5-416B-4700-A883-D2097886DB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 (1)</Template>
  <TotalTime>800</TotalTime>
  <Words>1130</Words>
  <Application>Microsoft Office PowerPoint</Application>
  <PresentationFormat>On-screen Show (4:3)</PresentationFormat>
  <Paragraphs>228</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 Rounded MT Bold</vt:lpstr>
      <vt:lpstr>Calibri</vt:lpstr>
      <vt:lpstr>Comic Sans MS</vt:lpstr>
      <vt:lpstr>Times New Roman</vt:lpstr>
      <vt:lpstr>Verdana</vt:lpstr>
      <vt:lpstr>Wingdings</vt:lpstr>
      <vt:lpstr>Presentation1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Indhira M</dc:creator>
  <cp:lastModifiedBy>Yogasri Ganesan</cp:lastModifiedBy>
  <cp:revision>17</cp:revision>
  <dcterms:created xsi:type="dcterms:W3CDTF">2023-05-08T14:17:57Z</dcterms:created>
  <dcterms:modified xsi:type="dcterms:W3CDTF">2025-11-06T02:29:41Z</dcterms:modified>
</cp:coreProperties>
</file>